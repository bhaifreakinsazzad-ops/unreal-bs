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af9b2f1a7140e2" /><Relationship Type="http://schemas.openxmlformats.org/officeDocument/2006/relationships/extended-properties" Target="/docProps/app.xml" Id="R6a47cdf19a614b9c" /><Relationship Type="http://schemas.openxmlformats.org/officeDocument/2006/relationships/officeDocument" Target="/ppt/presentation.xml" Id="R288ce4f5ec2d46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e0b7fc906d4194"/>
  </p:sldMasterIdLst>
  <p:notesMasterIdLst>
    <p:notesMasterId xmlns:r="http://schemas.openxmlformats.org/officeDocument/2006/relationships" r:id="R5171bf28f1b84fc1"/>
  </p:notesMasterIdLst>
  <p:sldIdLst>
    <p:sldId xmlns:r="http://schemas.openxmlformats.org/officeDocument/2006/relationships" id="256" r:id="R79ea3e6d613b434d"/>
    <p:sldId xmlns:r="http://schemas.openxmlformats.org/officeDocument/2006/relationships" id="257" r:id="R6372acbc0bed47d9"/>
    <p:sldId xmlns:r="http://schemas.openxmlformats.org/officeDocument/2006/relationships" id="258" r:id="Rcf034a6cd5094f76"/>
    <p:sldId xmlns:r="http://schemas.openxmlformats.org/officeDocument/2006/relationships" id="259" r:id="Re7966f52ebfc4593"/>
    <p:sldId xmlns:r="http://schemas.openxmlformats.org/officeDocument/2006/relationships" id="260" r:id="Rf883865c07494513"/>
    <p:sldId xmlns:r="http://schemas.openxmlformats.org/officeDocument/2006/relationships" id="261" r:id="Rf778fbd7845f4588"/>
    <p:sldId xmlns:r="http://schemas.openxmlformats.org/officeDocument/2006/relationships" id="262" r:id="R75bc3bc837de4092"/>
    <p:sldId xmlns:r="http://schemas.openxmlformats.org/officeDocument/2006/relationships" id="263" r:id="R7b260e13ca124dc1"/>
    <p:sldId xmlns:r="http://schemas.openxmlformats.org/officeDocument/2006/relationships" id="264" r:id="Rf5b62466b7ef4371"/>
    <p:sldId xmlns:r="http://schemas.openxmlformats.org/officeDocument/2006/relationships" id="265" r:id="Rdbfeb4a54b1e48d4"/>
    <p:sldId xmlns:r="http://schemas.openxmlformats.org/officeDocument/2006/relationships" id="266" r:id="Rf49868910ba146eb"/>
    <p:sldId xmlns:r="http://schemas.openxmlformats.org/officeDocument/2006/relationships" id="267" r:id="R4013e847e0654adf"/>
    <p:sldId xmlns:r="http://schemas.openxmlformats.org/officeDocument/2006/relationships" id="268" r:id="Rd98ede9952914cac"/>
    <p:sldId xmlns:r="http://schemas.openxmlformats.org/officeDocument/2006/relationships" id="269" r:id="R4d1c3226ce094bb5"/>
    <p:sldId xmlns:r="http://schemas.openxmlformats.org/officeDocument/2006/relationships" id="270" r:id="R7a60171505d5437c"/>
    <p:sldId xmlns:r="http://schemas.openxmlformats.org/officeDocument/2006/relationships" id="271" r:id="R06de85e542db4efc"/>
    <p:sldId xmlns:r="http://schemas.openxmlformats.org/officeDocument/2006/relationships" id="272" r:id="Rcb20aec63e194b7b"/>
    <p:sldId xmlns:r="http://schemas.openxmlformats.org/officeDocument/2006/relationships" id="273" r:id="Rc06816552b7c477f"/>
    <p:sldId xmlns:r="http://schemas.openxmlformats.org/officeDocument/2006/relationships" id="274" r:id="R58d671025bfc492c"/>
    <p:sldId xmlns:r="http://schemas.openxmlformats.org/officeDocument/2006/relationships" id="275" r:id="Rc183ac3636c042b3"/>
    <p:sldId xmlns:r="http://schemas.openxmlformats.org/officeDocument/2006/relationships" id="276" r:id="R227aedcb7d0d42a5"/>
    <p:sldId xmlns:r="http://schemas.openxmlformats.org/officeDocument/2006/relationships" id="277" r:id="Re2077f2527ad44bb"/>
    <p:sldId xmlns:r="http://schemas.openxmlformats.org/officeDocument/2006/relationships" id="278" r:id="R4b3b7314a15e4a9d"/>
    <p:sldId xmlns:r="http://schemas.openxmlformats.org/officeDocument/2006/relationships" id="279" r:id="Rc2970b8f5ce5425f"/>
    <p:sldId xmlns:r="http://schemas.openxmlformats.org/officeDocument/2006/relationships" id="280" r:id="Rd4c4e883039b4ec6"/>
    <p:sldId xmlns:r="http://schemas.openxmlformats.org/officeDocument/2006/relationships" id="281" r:id="Re471d5a8c5d64378"/>
    <p:sldId xmlns:r="http://schemas.openxmlformats.org/officeDocument/2006/relationships" id="282" r:id="Rd658bc54a71d41d3"/>
    <p:sldId xmlns:r="http://schemas.openxmlformats.org/officeDocument/2006/relationships" id="283" r:id="Rff53c14dfe7a4fb8"/>
    <p:sldId xmlns:r="http://schemas.openxmlformats.org/officeDocument/2006/relationships" id="284" r:id="R4ff653bbb8a34f73"/>
    <p:sldId xmlns:r="http://schemas.openxmlformats.org/officeDocument/2006/relationships" id="285" r:id="Rdefc6b84e7874abd"/>
    <p:sldId xmlns:r="http://schemas.openxmlformats.org/officeDocument/2006/relationships" id="286" r:id="Rea99d336142241b6"/>
    <p:sldId xmlns:r="http://schemas.openxmlformats.org/officeDocument/2006/relationships" id="287" r:id="R6aa8dff9d2424212"/>
    <p:sldId xmlns:r="http://schemas.openxmlformats.org/officeDocument/2006/relationships" id="288" r:id="Rdb231dc10dac4e92"/>
    <p:sldId xmlns:r="http://schemas.openxmlformats.org/officeDocument/2006/relationships" id="289" r:id="R858a2f953da448ee"/>
    <p:sldId xmlns:r="http://schemas.openxmlformats.org/officeDocument/2006/relationships" id="290" r:id="R0492e578baea4182"/>
    <p:sldId xmlns:r="http://schemas.openxmlformats.org/officeDocument/2006/relationships" id="291" r:id="R506852d66f664a62"/>
    <p:sldId xmlns:r="http://schemas.openxmlformats.org/officeDocument/2006/relationships" id="292" r:id="R8ccdb149fc154a7d"/>
    <p:sldId xmlns:r="http://schemas.openxmlformats.org/officeDocument/2006/relationships" id="293" r:id="R88748cc570dd4bb2"/>
    <p:sldId xmlns:r="http://schemas.openxmlformats.org/officeDocument/2006/relationships" id="294" r:id="Rf6677aa2a7614991"/>
    <p:sldId xmlns:r="http://schemas.openxmlformats.org/officeDocument/2006/relationships" id="295" r:id="Rddfed2ae0cf2451a"/>
    <p:sldId xmlns:r="http://schemas.openxmlformats.org/officeDocument/2006/relationships" id="296" r:id="R753405f2d8d84fd7"/>
    <p:sldId xmlns:r="http://schemas.openxmlformats.org/officeDocument/2006/relationships" id="297" r:id="R4eb9ab314a684fef"/>
    <p:sldId xmlns:r="http://schemas.openxmlformats.org/officeDocument/2006/relationships" id="298" r:id="Rc8ed38acc70b42cb"/>
    <p:sldId xmlns:r="http://schemas.openxmlformats.org/officeDocument/2006/relationships" id="299" r:id="Rbbd336227f774313"/>
    <p:sldId xmlns:r="http://schemas.openxmlformats.org/officeDocument/2006/relationships" id="300" r:id="Rcfb86788ce0d4938"/>
    <p:sldId xmlns:r="http://schemas.openxmlformats.org/officeDocument/2006/relationships" id="301" r:id="R14006546d71f41d9"/>
    <p:sldId xmlns:r="http://schemas.openxmlformats.org/officeDocument/2006/relationships" id="302" r:id="Rb683dabd184545df"/>
    <p:sldId xmlns:r="http://schemas.openxmlformats.org/officeDocument/2006/relationships" id="303" r:id="R5277d47c42954d56"/>
    <p:sldId xmlns:r="http://schemas.openxmlformats.org/officeDocument/2006/relationships" id="304" r:id="R507b03577c6e4d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cd578df4d04899" /><Relationship Type="http://schemas.openxmlformats.org/officeDocument/2006/relationships/slideMaster" Target="/ppt/slideMasters/slideMaster1.xml" Id="R8fe0b7fc906d4194" /><Relationship Type="http://schemas.openxmlformats.org/officeDocument/2006/relationships/notesMaster" Target="/ppt/notesMasters/notesMaster1.xml" Id="R5171bf28f1b84fc1" /><Relationship Type="http://schemas.openxmlformats.org/officeDocument/2006/relationships/presProps" Target="/ppt/presProps.xml" Id="R58d3420d8ee94e26" /><Relationship Type="http://schemas.openxmlformats.org/officeDocument/2006/relationships/tableStyles" Target="/ppt/tableStyles.xml" Id="R7f4ef0d160a9418f" /><Relationship Type="http://schemas.openxmlformats.org/officeDocument/2006/relationships/slide" Target="/ppt/slides/slide1.xml" Id="R79ea3e6d613b434d" /><Relationship Type="http://schemas.openxmlformats.org/officeDocument/2006/relationships/slide" Target="/ppt/slides/slide2.xml" Id="R6372acbc0bed47d9" /><Relationship Type="http://schemas.openxmlformats.org/officeDocument/2006/relationships/slide" Target="/ppt/slides/slide3.xml" Id="Rcf034a6cd5094f76" /><Relationship Type="http://schemas.openxmlformats.org/officeDocument/2006/relationships/slide" Target="/ppt/slides/slide4.xml" Id="Re7966f52ebfc4593" /><Relationship Type="http://schemas.openxmlformats.org/officeDocument/2006/relationships/slide" Target="/ppt/slides/slide5.xml" Id="Rf883865c07494513" /><Relationship Type="http://schemas.openxmlformats.org/officeDocument/2006/relationships/slide" Target="/ppt/slides/slide6.xml" Id="Rf778fbd7845f4588" /><Relationship Type="http://schemas.openxmlformats.org/officeDocument/2006/relationships/slide" Target="/ppt/slides/slide7.xml" Id="R75bc3bc837de4092" /><Relationship Type="http://schemas.openxmlformats.org/officeDocument/2006/relationships/slide" Target="/ppt/slides/slide8.xml" Id="R7b260e13ca124dc1" /><Relationship Type="http://schemas.openxmlformats.org/officeDocument/2006/relationships/slide" Target="/ppt/slides/slide9.xml" Id="Rf5b62466b7ef4371" /><Relationship Type="http://schemas.openxmlformats.org/officeDocument/2006/relationships/slide" Target="/ppt/slides/slide10.xml" Id="Rdbfeb4a54b1e48d4" /><Relationship Type="http://schemas.openxmlformats.org/officeDocument/2006/relationships/slide" Target="/ppt/slides/slide11.xml" Id="Rf49868910ba146eb" /><Relationship Type="http://schemas.openxmlformats.org/officeDocument/2006/relationships/slide" Target="/ppt/slides/slide12.xml" Id="R4013e847e0654adf" /><Relationship Type="http://schemas.openxmlformats.org/officeDocument/2006/relationships/slide" Target="/ppt/slides/slide13.xml" Id="Rd98ede9952914cac" /><Relationship Type="http://schemas.openxmlformats.org/officeDocument/2006/relationships/slide" Target="/ppt/slides/slide14.xml" Id="R4d1c3226ce094bb5" /><Relationship Type="http://schemas.openxmlformats.org/officeDocument/2006/relationships/slide" Target="/ppt/slides/slide15.xml" Id="R7a60171505d5437c" /><Relationship Type="http://schemas.openxmlformats.org/officeDocument/2006/relationships/slide" Target="/ppt/slides/slide16.xml" Id="R06de85e542db4efc" /><Relationship Type="http://schemas.openxmlformats.org/officeDocument/2006/relationships/slide" Target="/ppt/slides/slide17.xml" Id="Rcb20aec63e194b7b" /><Relationship Type="http://schemas.openxmlformats.org/officeDocument/2006/relationships/slide" Target="/ppt/slides/slide18.xml" Id="Rc06816552b7c477f" /><Relationship Type="http://schemas.openxmlformats.org/officeDocument/2006/relationships/slide" Target="/ppt/slides/slide19.xml" Id="R58d671025bfc492c" /><Relationship Type="http://schemas.openxmlformats.org/officeDocument/2006/relationships/slide" Target="/ppt/slides/slide20.xml" Id="Rc183ac3636c042b3" /><Relationship Type="http://schemas.openxmlformats.org/officeDocument/2006/relationships/slide" Target="/ppt/slides/slide21.xml" Id="R227aedcb7d0d42a5" /><Relationship Type="http://schemas.openxmlformats.org/officeDocument/2006/relationships/slide" Target="/ppt/slides/slide22.xml" Id="Re2077f2527ad44bb" /><Relationship Type="http://schemas.openxmlformats.org/officeDocument/2006/relationships/slide" Target="/ppt/slides/slide23.xml" Id="R4b3b7314a15e4a9d" /><Relationship Type="http://schemas.openxmlformats.org/officeDocument/2006/relationships/slide" Target="/ppt/slides/slide24.xml" Id="Rc2970b8f5ce5425f" /><Relationship Type="http://schemas.openxmlformats.org/officeDocument/2006/relationships/slide" Target="/ppt/slides/slide25.xml" Id="Rd4c4e883039b4ec6" /><Relationship Type="http://schemas.openxmlformats.org/officeDocument/2006/relationships/slide" Target="/ppt/slides/slide26.xml" Id="Re471d5a8c5d64378" /><Relationship Type="http://schemas.openxmlformats.org/officeDocument/2006/relationships/slide" Target="/ppt/slides/slide27.xml" Id="Rd658bc54a71d41d3" /><Relationship Type="http://schemas.openxmlformats.org/officeDocument/2006/relationships/slide" Target="/ppt/slides/slide28.xml" Id="Rff53c14dfe7a4fb8" /><Relationship Type="http://schemas.openxmlformats.org/officeDocument/2006/relationships/slide" Target="/ppt/slides/slide29.xml" Id="R4ff653bbb8a34f73" /><Relationship Type="http://schemas.openxmlformats.org/officeDocument/2006/relationships/slide" Target="/ppt/slides/slide30.xml" Id="Rdefc6b84e7874abd" /><Relationship Type="http://schemas.openxmlformats.org/officeDocument/2006/relationships/slide" Target="/ppt/slides/slide31.xml" Id="Rea99d336142241b6" /><Relationship Type="http://schemas.openxmlformats.org/officeDocument/2006/relationships/slide" Target="/ppt/slides/slide32.xml" Id="R6aa8dff9d2424212" /><Relationship Type="http://schemas.openxmlformats.org/officeDocument/2006/relationships/slide" Target="/ppt/slides/slide33.xml" Id="Rdb231dc10dac4e92" /><Relationship Type="http://schemas.openxmlformats.org/officeDocument/2006/relationships/slide" Target="/ppt/slides/slide34.xml" Id="R858a2f953da448ee" /><Relationship Type="http://schemas.openxmlformats.org/officeDocument/2006/relationships/slide" Target="/ppt/slides/slide35.xml" Id="R0492e578baea4182" /><Relationship Type="http://schemas.openxmlformats.org/officeDocument/2006/relationships/slide" Target="/ppt/slides/slide36.xml" Id="R506852d66f664a62" /><Relationship Type="http://schemas.openxmlformats.org/officeDocument/2006/relationships/slide" Target="/ppt/slides/slide37.xml" Id="R8ccdb149fc154a7d" /><Relationship Type="http://schemas.openxmlformats.org/officeDocument/2006/relationships/slide" Target="/ppt/slides/slide38.xml" Id="R88748cc570dd4bb2" /><Relationship Type="http://schemas.openxmlformats.org/officeDocument/2006/relationships/slide" Target="/ppt/slides/slide39.xml" Id="Rf6677aa2a7614991" /><Relationship Type="http://schemas.openxmlformats.org/officeDocument/2006/relationships/slide" Target="/ppt/slides/slide40.xml" Id="Rddfed2ae0cf2451a" /><Relationship Type="http://schemas.openxmlformats.org/officeDocument/2006/relationships/slide" Target="/ppt/slides/slide41.xml" Id="R753405f2d8d84fd7" /><Relationship Type="http://schemas.openxmlformats.org/officeDocument/2006/relationships/slide" Target="/ppt/slides/slide42.xml" Id="R4eb9ab314a684fef" /><Relationship Type="http://schemas.openxmlformats.org/officeDocument/2006/relationships/slide" Target="/ppt/slides/slide43.xml" Id="Rc8ed38acc70b42cb" /><Relationship Type="http://schemas.openxmlformats.org/officeDocument/2006/relationships/slide" Target="/ppt/slides/slide44.xml" Id="Rbbd336227f774313" /><Relationship Type="http://schemas.openxmlformats.org/officeDocument/2006/relationships/slide" Target="/ppt/slides/slide45.xml" Id="Rcfb86788ce0d4938" /><Relationship Type="http://schemas.openxmlformats.org/officeDocument/2006/relationships/slide" Target="/ppt/slides/slide46.xml" Id="R14006546d71f41d9" /><Relationship Type="http://schemas.openxmlformats.org/officeDocument/2006/relationships/slide" Target="/ppt/slides/slide47.xml" Id="Rb683dabd184545df" /><Relationship Type="http://schemas.openxmlformats.org/officeDocument/2006/relationships/slide" Target="/ppt/slides/slide48.xml" Id="R5277d47c42954d56" /><Relationship Type="http://schemas.openxmlformats.org/officeDocument/2006/relationships/slide" Target="/ppt/slides/slide49.xml" Id="R507b03577c6e4d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6b78bd341149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65df8c3ecd4347" /><Relationship Type="http://schemas.openxmlformats.org/officeDocument/2006/relationships/notesMaster" Target="/ppt/notesMasters/notesMaster1.xml" Id="R376c46906b7642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291399492b4737" /><Relationship Type="http://schemas.openxmlformats.org/officeDocument/2006/relationships/notesMaster" Target="/ppt/notesMasters/notesMaster1.xml" Id="R75fbaaf8fb7345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d2acc01575448d" /><Relationship Type="http://schemas.openxmlformats.org/officeDocument/2006/relationships/notesMaster" Target="/ppt/notesMasters/notesMaster1.xml" Id="Rb08b6fd6a7ef4b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0186ebd32d414f" /><Relationship Type="http://schemas.openxmlformats.org/officeDocument/2006/relationships/notesMaster" Target="/ppt/notesMasters/notesMaster1.xml" Id="Rf4678b7534c24c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aae855295a4255" /><Relationship Type="http://schemas.openxmlformats.org/officeDocument/2006/relationships/notesMaster" Target="/ppt/notesMasters/notesMaster1.xml" Id="R57a79a945ad34f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411c6e5d21471e" /><Relationship Type="http://schemas.openxmlformats.org/officeDocument/2006/relationships/notesMaster" Target="/ppt/notesMasters/notesMaster1.xml" Id="Rb19ad439a62042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57d827d15d46e3" /><Relationship Type="http://schemas.openxmlformats.org/officeDocument/2006/relationships/notesMaster" Target="/ppt/notesMasters/notesMaster1.xml" Id="Rb12e52e05f1949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6d675bc2b440d4" /><Relationship Type="http://schemas.openxmlformats.org/officeDocument/2006/relationships/notesMaster" Target="/ppt/notesMasters/notesMaster1.xml" Id="R67cedd67ef2d4f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d904dae63d4dd8" /><Relationship Type="http://schemas.openxmlformats.org/officeDocument/2006/relationships/notesMaster" Target="/ppt/notesMasters/notesMaster1.xml" Id="R75e9eeb9c5424a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90ed7e03594f42" /><Relationship Type="http://schemas.openxmlformats.org/officeDocument/2006/relationships/notesMaster" Target="/ppt/notesMasters/notesMaster1.xml" Id="R124b80659a334f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680dc406914034" /><Relationship Type="http://schemas.openxmlformats.org/officeDocument/2006/relationships/notesMaster" Target="/ppt/notesMasters/notesMaster1.xml" Id="R5a6fd598438d4a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3dce670db74c92" /><Relationship Type="http://schemas.openxmlformats.org/officeDocument/2006/relationships/notesMaster" Target="/ppt/notesMasters/notesMaster1.xml" Id="R10535aacbdae48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b27724dba34b9e" /><Relationship Type="http://schemas.openxmlformats.org/officeDocument/2006/relationships/notesMaster" Target="/ppt/notesMasters/notesMaster1.xml" Id="R0f3b4ffac87e4f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7742d07d8242f2" /><Relationship Type="http://schemas.openxmlformats.org/officeDocument/2006/relationships/notesMaster" Target="/ppt/notesMasters/notesMaster1.xml" Id="R84552d3e42ef4f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8adcaa12f942b3" /><Relationship Type="http://schemas.openxmlformats.org/officeDocument/2006/relationships/notesMaster" Target="/ppt/notesMasters/notesMaster1.xml" Id="Ra1b0f06ee6034fb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5e7ee91436431f" /><Relationship Type="http://schemas.openxmlformats.org/officeDocument/2006/relationships/notesMaster" Target="/ppt/notesMasters/notesMaster1.xml" Id="Rad7535acfabe40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29914bc6f94065" /><Relationship Type="http://schemas.openxmlformats.org/officeDocument/2006/relationships/notesMaster" Target="/ppt/notesMasters/notesMaster1.xml" Id="R6562d67037f841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3149368c8b4719" /><Relationship Type="http://schemas.openxmlformats.org/officeDocument/2006/relationships/notesMaster" Target="/ppt/notesMasters/notesMaster1.xml" Id="Reeecfa790f124f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dbec6b2a8e458e" /><Relationship Type="http://schemas.openxmlformats.org/officeDocument/2006/relationships/notesMaster" Target="/ppt/notesMasters/notesMaster1.xml" Id="R175a414191704a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34209ec7b9843b8" /><Relationship Type="http://schemas.openxmlformats.org/officeDocument/2006/relationships/notesMaster" Target="/ppt/notesMasters/notesMaster1.xml" Id="R32dce4db23d840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167f1dda3614aa9" /><Relationship Type="http://schemas.openxmlformats.org/officeDocument/2006/relationships/notesMaster" Target="/ppt/notesMasters/notesMaster1.xml" Id="Re6da5370bd2641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fff4399dfe7463f" /><Relationship Type="http://schemas.openxmlformats.org/officeDocument/2006/relationships/notesMaster" Target="/ppt/notesMasters/notesMaster1.xml" Id="R3aa0265fb17747b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7e1696c99f4273" /><Relationship Type="http://schemas.openxmlformats.org/officeDocument/2006/relationships/notesMaster" Target="/ppt/notesMasters/notesMaster1.xml" Id="R521208057c7b4b7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c3f0ed727cb42aa" /><Relationship Type="http://schemas.openxmlformats.org/officeDocument/2006/relationships/notesMaster" Target="/ppt/notesMasters/notesMaster1.xml" Id="Ree84563263cd480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49f48e9e814042" /><Relationship Type="http://schemas.openxmlformats.org/officeDocument/2006/relationships/notesMaster" Target="/ppt/notesMasters/notesMaster1.xml" Id="Rc042a4e1fae44bd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3ebc54c65846b7" /><Relationship Type="http://schemas.openxmlformats.org/officeDocument/2006/relationships/notesMaster" Target="/ppt/notesMasters/notesMaster1.xml" Id="R815da822de3c439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c51610ec56444d3" /><Relationship Type="http://schemas.openxmlformats.org/officeDocument/2006/relationships/notesMaster" Target="/ppt/notesMasters/notesMaster1.xml" Id="R0098d7fad12d4b5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e9b227ade4e4157" /><Relationship Type="http://schemas.openxmlformats.org/officeDocument/2006/relationships/notesMaster" Target="/ppt/notesMasters/notesMaster1.xml" Id="R41c0d444c4f246c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ca2eff4bf594cfe" /><Relationship Type="http://schemas.openxmlformats.org/officeDocument/2006/relationships/notesMaster" Target="/ppt/notesMasters/notesMaster1.xml" Id="R68c9756415a545b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8e088b2ce2948d0" /><Relationship Type="http://schemas.openxmlformats.org/officeDocument/2006/relationships/notesMaster" Target="/ppt/notesMasters/notesMaster1.xml" Id="Re3de17a7e290405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f8dd3500dda485e" /><Relationship Type="http://schemas.openxmlformats.org/officeDocument/2006/relationships/notesMaster" Target="/ppt/notesMasters/notesMaster1.xml" Id="Rc60197e5d9104fe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8f5d671ca034e72" /><Relationship Type="http://schemas.openxmlformats.org/officeDocument/2006/relationships/notesMaster" Target="/ppt/notesMasters/notesMaster1.xml" Id="Rc29bb3597f044d7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6432a6e5c1f451d" /><Relationship Type="http://schemas.openxmlformats.org/officeDocument/2006/relationships/notesMaster" Target="/ppt/notesMasters/notesMaster1.xml" Id="Rc9b64772a840414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a81d9f4159b4556" /><Relationship Type="http://schemas.openxmlformats.org/officeDocument/2006/relationships/notesMaster" Target="/ppt/notesMasters/notesMaster1.xml" Id="R15b087a66ba747f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f9399f32f2d4b74" /><Relationship Type="http://schemas.openxmlformats.org/officeDocument/2006/relationships/notesMaster" Target="/ppt/notesMasters/notesMaster1.xml" Id="R7dc7a037855f478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192ae4244cf4083" /><Relationship Type="http://schemas.openxmlformats.org/officeDocument/2006/relationships/notesMaster" Target="/ppt/notesMasters/notesMaster1.xml" Id="R1a3c94c68c76450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9f0a3fdf81943ac" /><Relationship Type="http://schemas.openxmlformats.org/officeDocument/2006/relationships/notesMaster" Target="/ppt/notesMasters/notesMaster1.xml" Id="R30fef0e81638494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715243f1bb54048" /><Relationship Type="http://schemas.openxmlformats.org/officeDocument/2006/relationships/notesMaster" Target="/ppt/notesMasters/notesMaster1.xml" Id="R24fa90268841435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f0558c133a2401c" /><Relationship Type="http://schemas.openxmlformats.org/officeDocument/2006/relationships/notesMaster" Target="/ppt/notesMasters/notesMaster1.xml" Id="R08ae98fe68be4d7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0baa79a189a40ff" /><Relationship Type="http://schemas.openxmlformats.org/officeDocument/2006/relationships/notesMaster" Target="/ppt/notesMasters/notesMaster1.xml" Id="Rc40211ae6b9d470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2b3a2743f864fc6" /><Relationship Type="http://schemas.openxmlformats.org/officeDocument/2006/relationships/notesMaster" Target="/ppt/notesMasters/notesMaster1.xml" Id="R6082bb864d9a48e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640e5ff3cc5497d" /><Relationship Type="http://schemas.openxmlformats.org/officeDocument/2006/relationships/notesMaster" Target="/ppt/notesMasters/notesMaster1.xml" Id="Re143616822af426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192776015e446e2" /><Relationship Type="http://schemas.openxmlformats.org/officeDocument/2006/relationships/notesMaster" Target="/ppt/notesMasters/notesMaster1.xml" Id="R209d7072c7ee4fd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78517dec6234519" /><Relationship Type="http://schemas.openxmlformats.org/officeDocument/2006/relationships/notesMaster" Target="/ppt/notesMasters/notesMaster1.xml" Id="R53246c6260de4c1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26f5df61b6f4383" /><Relationship Type="http://schemas.openxmlformats.org/officeDocument/2006/relationships/notesMaster" Target="/ppt/notesMasters/notesMaster1.xml" Id="R3bf15999a9504ba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6960049839b4b55" /><Relationship Type="http://schemas.openxmlformats.org/officeDocument/2006/relationships/notesMaster" Target="/ppt/notesMasters/notesMaster1.xml" Id="Rc048555cfe044bd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d53d87f74b949a3" /><Relationship Type="http://schemas.openxmlformats.org/officeDocument/2006/relationships/notesMaster" Target="/ppt/notesMasters/notesMaster1.xml" Id="Reeaf0d15dfdd448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713e0e24e8f42bc" /><Relationship Type="http://schemas.openxmlformats.org/officeDocument/2006/relationships/notesMaster" Target="/ppt/notesMasters/notesMaster1.xml" Id="Rb127a3ab6a3b462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05eec71572244d8" /><Relationship Type="http://schemas.openxmlformats.org/officeDocument/2006/relationships/notesMaster" Target="/ppt/notesMasters/notesMaster1.xml" Id="R9b4dd601eddb4e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এই deck কোনো invented feature list নয়; repository ও takeover evidence থেকে তৈরি।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Universal/unreal-bs/README.md</a:t>
            </a:r>
          </a:p>
          <a:p xmlns:a="http://schemas.openxmlformats.org/drawingml/2006/main">
            <a:r>
              <a:t>- F:/Dev Factory/BhaiFreakin - Universal/unreal-bs/ARCHITECTURE.md</a:t>
            </a:r>
          </a:p>
          <a:p xmlns:a="http://schemas.openxmlformats.org/drawingml/2006/main">
            <a:r>
              <a:t>- F:/Dev Factory/BhaiFreakin - Universal/unreal-bs/IMPLEMENTATION_STATUS.md</a:t>
            </a:r>
          </a:p>
          <a:p xmlns:a="http://schemas.openxmlformats.org/drawingml/2006/main">
            <a:r>
              <a:t>- F:/Dev Factory/BhaiFreakin - Universal/unreal-bs/public/logo.png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Universal/unreal-bs/IMPLEMENTATION_STATUS.md</a:t>
            </a:r>
          </a:p>
          <a:p xmlns:a="http://schemas.openxmlformats.org/drawingml/2006/main">
            <a:r>
              <a:t>- F:/Dev Factory/BhaiFreakin - Universal/unreal-bs/QA_REPORT.md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Universal/unreal-bs/ARCHITECTURE.md</a:t>
            </a:r>
          </a:p>
          <a:p xmlns:a="http://schemas.openxmlformats.org/drawingml/2006/main">
            <a:r>
              <a:t>- F:/Dev Factory/BhaiFreakin - Universal/unreal-bs/README.md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Universal/unreal-bs/ARCHITECTURE.md</a:t>
            </a:r>
          </a:p>
          <a:p xmlns:a="http://schemas.openxmlformats.org/drawingml/2006/main">
            <a:r>
              <a:t>- F:/Dev Factory/BhaiFreakin - Universal/unreal-bs/IMPLEMENTATION_STATUS.md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Universal/unreal-bs/app/(marketing)/unreal-bs/page.tsx</a:t>
            </a:r>
          </a:p>
          <a:p xmlns:a="http://schemas.openxmlformats.org/drawingml/2006/main">
            <a:r>
              <a:t>- F:/Dev Factory/BhaiFreakin - Universal/unreal-bs/app/(marketing)/apply/page.tsx</a:t>
            </a:r>
          </a:p>
          <a:p xmlns:a="http://schemas.openxmlformats.org/drawingml/2006/main">
            <a:r>
              <a:t>- F:/Dev Factory/BhaiFreakin - Universal/unreal-bs/app/api/applications/route.ts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Universal/unreal-bs/auth.ts</a:t>
            </a:r>
          </a:p>
          <a:p xmlns:a="http://schemas.openxmlformats.org/drawingml/2006/main">
            <a:r>
              <a:t>- F:/Dev Factory/BhaiFreakin - Universal/unreal-bs/proxy.ts</a:t>
            </a:r>
          </a:p>
          <a:p xmlns:a="http://schemas.openxmlformats.org/drawingml/2006/main">
            <a:r>
              <a:t>- F:/Dev Factory/BhaiFreakin - Universal/unreal-bs/lib/tenancy.ts</a:t>
            </a:r>
          </a:p>
          <a:p xmlns:a="http://schemas.openxmlformats.org/drawingml/2006/main">
            <a:r>
              <a:t>- F:/Dev Factory/BhaiFreakin - Universal/unreal-bs/app/api/auth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Universal/unreal-bs/app/(dashboard)/control-room/page.tsx</a:t>
            </a:r>
          </a:p>
          <a:p xmlns:a="http://schemas.openxmlformats.org/drawingml/2006/main">
            <a:r>
              <a:t>- F:/Dev Factory/BhaiFreakin - Universal/unreal-bs/components/control-room</a:t>
            </a:r>
          </a:p>
          <a:p xmlns:a="http://schemas.openxmlformats.org/drawingml/2006/main">
            <a:r>
              <a:t>- F:/Dev Factory/BhaiFreakin - Universal/unreal-bs/lib/ghl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Universal/unreal-bs/app/(dashboard)/customers/page.tsx</a:t>
            </a:r>
          </a:p>
          <a:p xmlns:a="http://schemas.openxmlformats.org/drawingml/2006/main">
            <a:r>
              <a:t>- F:/Dev Factory/BhaiFreakin - Universal/unreal-bs/components/customers</a:t>
            </a:r>
          </a:p>
          <a:p xmlns:a="http://schemas.openxmlformats.org/drawingml/2006/main">
            <a:r>
              <a:t>- F:/Dev Factory/BhaiFreakin - Universal/unreal-bs/lib/ghl/contacts.ts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Universal/unreal-bs/app/(dashboard)/inbox/page.tsx</a:t>
            </a:r>
          </a:p>
          <a:p xmlns:a="http://schemas.openxmlformats.org/drawingml/2006/main">
            <a:r>
              <a:t>- F:/Dev Factory/BhaiFreakin - Universal/unreal-bs/components/inbox</a:t>
            </a:r>
          </a:p>
          <a:p xmlns:a="http://schemas.openxmlformats.org/drawingml/2006/main">
            <a:r>
              <a:t>- F:/Dev Factory/BhaiFreakin - Universal/unreal-bs/lib/ghl/conversations.ts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নিয়ন্ত্রিত.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Universal/unreal-bs/app/(dashboard)/sales-pipeline/page.tsx</a:t>
            </a:r>
          </a:p>
          <a:p xmlns:a="http://schemas.openxmlformats.org/drawingml/2006/main">
            <a:r>
              <a:t>- F:/Dev Factory/BhaiFreakin - Universal/unreal-bs/app/(dashboard)/workflows/page.tsx</a:t>
            </a:r>
          </a:p>
          <a:p xmlns:a="http://schemas.openxmlformats.org/drawingml/2006/main">
            <a:r>
              <a:t>- F:/Dev Factory/BhaiFreakin - Universal/unreal-bs/lib/ghl/workflows.ts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নিয়ন্ত্রিত.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Universal/unreal-bs/app/(dashboard)/sites/page.tsx</a:t>
            </a:r>
          </a:p>
          <a:p xmlns:a="http://schemas.openxmlformats.org/drawingml/2006/main">
            <a:r>
              <a:t>- F:/Dev Factory/BhaiFreakin - Universal/unreal-bs/lib/ghl/funnels.ts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নিয়ন্ত্রিত.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Universal/unreal-bs/app/(dashboard)/brand-board/page.tsx</a:t>
            </a:r>
          </a:p>
          <a:p xmlns:a="http://schemas.openxmlformats.org/drawingml/2006/main">
            <a:r>
              <a:t>- F:/Dev Factory/BhaiFreakin - Universal/unreal-bs/components/brand-board</a:t>
            </a:r>
          </a:p>
          <a:p xmlns:a="http://schemas.openxmlformats.org/drawingml/2006/main">
            <a:r>
              <a:t>- F:/Dev Factory/BhaiFreakin - Universal/unreal-bs/lib/ghl/business.ts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নিয়ন্ত্রিত.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Universal/unreal-bs/app/(dashboard)/agent-studio/page.tsx</a:t>
            </a:r>
          </a:p>
          <a:p xmlns:a="http://schemas.openxmlformats.org/drawingml/2006/main">
            <a:r>
              <a:t>- F:/Dev Factory/BhaiFreakin - Universal/unreal-bs/app/api/agents</a:t>
            </a:r>
          </a:p>
          <a:p xmlns:a="http://schemas.openxmlformats.org/drawingml/2006/main">
            <a:r>
              <a:t>- F:/Dev Factory/BhaiFreakin - Universal/unreal-bs/lib/ghl/agents.ts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নিয়ন্ত্রিত.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Universal/unreal-bs/app/(dashboard)/ai-agents/page.tsx</a:t>
            </a:r>
          </a:p>
          <a:p xmlns:a="http://schemas.openxmlformats.org/drawingml/2006/main">
            <a:r>
              <a:t>- F:/Dev Factory/BhaiFreakin - Universal/unreal-bs/components/ai-agents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নিয়ন্ত্রিত.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Universal/unreal-bs/app/(dashboard)/integrations/page.tsx</a:t>
            </a:r>
          </a:p>
          <a:p xmlns:a="http://schemas.openxmlformats.org/drawingml/2006/main">
            <a:r>
              <a:t>- F:/Dev Factory/BhaiFreakin - Universal/unreal-bs/components/integrations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ডার্ক.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Universal/unreal-bs/lib/commerce/ghl-buyer-sync.ts</a:t>
            </a:r>
          </a:p>
          <a:p xmlns:a="http://schemas.openxmlformats.org/drawingml/2006/main">
            <a:r>
              <a:t>- F:/Dev Factory/BhaiFreakin - Universal/unreal-bs/lib/commerce/orders.ts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Universal/unreal-bs/ARCHITECTURE.md</a:t>
            </a:r>
          </a:p>
          <a:p xmlns:a="http://schemas.openxmlformats.org/drawingml/2006/main">
            <a:r>
              <a:t>- F:/Dev Factory/BhaiFreakin - Universal/unreal-bs/IMPLEMENTATION_STATUS.md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Universal/unreal-bs/app/(dashboard)/wallet/page.tsx</a:t>
            </a:r>
          </a:p>
          <a:p xmlns:a="http://schemas.openxmlformats.org/drawingml/2006/main">
            <a:r>
              <a:t>- F:/Dev Factory/BhaiFreakin - Universal/unreal-bs/lib/wallet.ts</a:t>
            </a:r>
          </a:p>
          <a:p xmlns:a="http://schemas.openxmlformats.org/drawingml/2006/main">
            <a:r>
              <a:t>- F:/Dev Factory/BhaiFreakin - Universal/unreal-bs/supabase/migrations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Universal/unreal-bs/app/(dashboard)/wallet/deposit</a:t>
            </a:r>
          </a:p>
          <a:p xmlns:a="http://schemas.openxmlformats.org/drawingml/2006/main">
            <a:r>
              <a:t>- F:/Dev Factory/BhaiFreakin - Universal/unreal-bs/app/api/deposits</a:t>
            </a:r>
          </a:p>
          <a:p xmlns:a="http://schemas.openxmlformats.org/drawingml/2006/main">
            <a:r>
              <a:t>- F:/Dev Factory/BhaiFreakin - Universal/unreal-bs/app/admin/deposits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Universal/unreal-bs/app/(dashboard)/wallet/page.tsx</a:t>
            </a:r>
          </a:p>
          <a:p xmlns:a="http://schemas.openxmlformats.org/drawingml/2006/main">
            <a:r>
              <a:t>- F:/Dev Factory/BhaiFreakin - Universal/unreal-bs/app/admin/bundles</a:t>
            </a:r>
          </a:p>
          <a:p xmlns:a="http://schemas.openxmlformats.org/drawingml/2006/main">
            <a:r>
              <a:t>- F:/Dev Factory/BhaiFreakin - Universal/unreal-bs/lib/bundles.ts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Universal/unreal-bs/app/(dashboard)/udhar-khata/page.tsx</a:t>
            </a:r>
          </a:p>
          <a:p xmlns:a="http://schemas.openxmlformats.org/drawingml/2006/main">
            <a:r>
              <a:t>- F:/Dev Factory/BhaiFreakin - Universal/unreal-bs/components/udhar</a:t>
            </a:r>
          </a:p>
          <a:p xmlns:a="http://schemas.openxmlformats.org/drawingml/2006/main">
            <a:r>
              <a:t>- F:/Dev Factory/BhaiFreakin - Universal/unreal-bs/lib/udhar.ts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নিয়ন্ত্রিত.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Universal/unreal-bs/app/(dashboard)/virtual-cards/page.tsx</a:t>
            </a:r>
          </a:p>
          <a:p xmlns:a="http://schemas.openxmlformats.org/drawingml/2006/main">
            <a:r>
              <a:t>- F:/Dev Factory/BhaiFreakin - Universal/unreal-bs/app/api/cards</a:t>
            </a:r>
          </a:p>
          <a:p xmlns:a="http://schemas.openxmlformats.org/drawingml/2006/main">
            <a:r>
              <a:t>- F:/Dev Factory/BhaiFreakin - Universal/unreal-bs/lib/cards</a:t>
            </a:r>
          </a:p>
          <a:p xmlns:a="http://schemas.openxmlformats.org/drawingml/2006/main">
            <a:r>
              <a:t>- F:/Dev Factory/BhaiFreakin - Universal/unreal-bs/lib/security/step-up.ts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Universal/unreal-bs/app/(dashboard)/services/page.tsx</a:t>
            </a:r>
          </a:p>
          <a:p xmlns:a="http://schemas.openxmlformats.org/drawingml/2006/main">
            <a:r>
              <a:t>- F:/Dev Factory/BhaiFreakin - Universal/unreal-bs/data/services</a:t>
            </a:r>
          </a:p>
          <a:p xmlns:a="http://schemas.openxmlformats.org/drawingml/2006/main">
            <a:r>
              <a:t>- F:/Dev Factory/BhaiFreakin - Universal/unreal-bs/components/services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নিয়ন্ত্রিত.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Universal/unreal-bs/app/(dashboard)/settings/page.tsx</a:t>
            </a:r>
          </a:p>
          <a:p xmlns:a="http://schemas.openxmlformats.org/drawingml/2006/main">
            <a:r>
              <a:t>- F:/Dev Factory/BhaiFreakin - Universal/unreal-bs/app/(dashboard)/upgrade/page.tsx</a:t>
            </a:r>
          </a:p>
          <a:p xmlns:a="http://schemas.openxmlformats.org/drawingml/2006/main">
            <a:r>
              <a:t>- F:/Dev Factory/BhaiFreakin - Universal/unreal-bs/app/(dashboard)/error-logs/page.tsx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Universal/unreal-bs/ARCHITECTURE.md</a:t>
            </a:r>
          </a:p>
          <a:p xmlns:a="http://schemas.openxmlformats.org/drawingml/2006/main">
            <a:r>
              <a:t>- F:/Dev Factory/BhaiFreakin - Universal/unreal-bs/IMPLEMENTATION_STATUS.md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Universal/unreal-bs/app/(dashboard)/ai-subscriptions/page.tsx</a:t>
            </a:r>
          </a:p>
          <a:p xmlns:a="http://schemas.openxmlformats.org/drawingml/2006/main">
            <a:r>
              <a:t>- F:/Dev Factory/BhaiFreakin - Universal/unreal-bs/lib/ai/providers</a:t>
            </a:r>
          </a:p>
          <a:p xmlns:a="http://schemas.openxmlformats.org/drawingml/2006/main">
            <a:r>
              <a:t>- F:/Dev Factory/BhaiFreakin - Universal/unreal-bs/app/api/ai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Universal/unreal-bs/lib/ai/billing.ts</a:t>
            </a:r>
          </a:p>
          <a:p xmlns:a="http://schemas.openxmlformats.org/drawingml/2006/main">
            <a:r>
              <a:t>- F:/Dev Factory/BhaiFreakin - Universal/unreal-bs/lib/ai/pricing.ts</a:t>
            </a:r>
          </a:p>
          <a:p xmlns:a="http://schemas.openxmlformats.org/drawingml/2006/main">
            <a:r>
              <a:t>- F:/Dev Factory/BhaiFreakin - Universal/unreal-bs/app/api/ai/route.ts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নিয়ন্ত্রিত.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Universal/unreal-bs/lib/ai/search.ts</a:t>
            </a:r>
          </a:p>
          <a:p xmlns:a="http://schemas.openxmlformats.org/drawingml/2006/main">
            <a:r>
              <a:t>- F:/Dev Factory/BhaiFreakin - Universal/unreal-bs/app/api/ai/route.ts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Universal/unreal-bs/app/(dashboard)/bhaifreakin-ai/page.tsx</a:t>
            </a:r>
          </a:p>
          <a:p xmlns:a="http://schemas.openxmlformats.org/drawingml/2006/main">
            <a:r>
              <a:t>- F:/Dev Factory/BhaiFreakin - Universal/unreal-bs/components/bhaifreakin-ai</a:t>
            </a:r>
          </a:p>
          <a:p xmlns:a="http://schemas.openxmlformats.org/drawingml/2006/main">
            <a:r>
              <a:t>- F:/Dev Factory/BhaiFreakin - Universal/unreal-bs/lib/ai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নিয়ন্ত্রিত.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Universal/unreal-bs/app/(dashboard)/app-developer/page.tsx</a:t>
            </a:r>
          </a:p>
          <a:p xmlns:a="http://schemas.openxmlformats.org/drawingml/2006/main">
            <a:r>
              <a:t>- F:/Dev Factory/BhaiFreakin - Universal/unreal-bs/components/app-developer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Universal/unreal-bs/ARCHITECTURE.md</a:t>
            </a:r>
          </a:p>
          <a:p xmlns:a="http://schemas.openxmlformats.org/drawingml/2006/main">
            <a:r>
              <a:t>- F:/Dev Factory/BhaiFreakin - Universal/unreal-bs/IMPLEMENTATION_STATUS.md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নিয়ন্ত্রিত.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Universal/unreal-bs/app/(dashboard)/ads-launch-desk/page.tsx</a:t>
            </a:r>
          </a:p>
          <a:p xmlns:a="http://schemas.openxmlformats.org/drawingml/2006/main">
            <a:r>
              <a:t>- F:/Dev Factory/BhaiFreakin - Universal/unreal-bs/app/api/ads</a:t>
            </a:r>
          </a:p>
          <a:p xmlns:a="http://schemas.openxmlformats.org/drawingml/2006/main">
            <a:r>
              <a:t>- F:/Dev Factory/BhaiFreakin - Universal/unreal-bs/lib/ads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ব্লকড.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Universal/unreal-bs/lib/ads/meta.ts</a:t>
            </a:r>
          </a:p>
          <a:p xmlns:a="http://schemas.openxmlformats.org/drawingml/2006/main">
            <a:r>
              <a:t>- F:/Dev Factory/BhaiFreakin - Universal/unreal-bs/PRE_AD_LAUNCH_RUNBOOK.md</a:t>
            </a:r>
          </a:p>
          <a:p xmlns:a="http://schemas.openxmlformats.org/drawingml/2006/main">
            <a:r>
              <a:t>- F:/Dev Factory/BhaiFreakin - Universal/unreal-bs/IMPLEMENTATION_STATUS.md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ডার্ক.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Universal/unreal-bs/lib/commerce/products.ts</a:t>
            </a:r>
          </a:p>
          <a:p xmlns:a="http://schemas.openxmlformats.org/drawingml/2006/main">
            <a:r>
              <a:t>- F:/Dev Factory/BhaiFreakin - Universal/unreal-bs/app/admin/products</a:t>
            </a:r>
          </a:p>
          <a:p xmlns:a="http://schemas.openxmlformats.org/drawingml/2006/main">
            <a:r>
              <a:t>- F:/Dev Factory/BhaiFreakin - Universal/unreal-bs/app/(storefront)</a:t>
            </a:r>
          </a:p>
          <a:p xmlns:a="http://schemas.openxmlformats.org/drawingml/2006/main">
            <a:r>
              <a:t>- F:/Dev Factory/BhaiFreakin - Universal/unreal-bs/supabase/migrations/0013_commerce.sql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ডার্ক.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Universal/unreal-bs/lib/commerce/orders.ts</a:t>
            </a:r>
          </a:p>
          <a:p xmlns:a="http://schemas.openxmlformats.org/drawingml/2006/main">
            <a:r>
              <a:t>- F:/Dev Factory/BhaiFreakin - Universal/unreal-bs/app/api/checkout</a:t>
            </a:r>
          </a:p>
          <a:p xmlns:a="http://schemas.openxmlformats.org/drawingml/2006/main">
            <a:r>
              <a:t>- F:/Dev Factory/BhaiFreakin - Universal/unreal-bs/app/admin/orders</a:t>
            </a:r>
          </a:p>
          <a:p xmlns:a="http://schemas.openxmlformats.org/drawingml/2006/main">
            <a:r>
              <a:t>- F:/Dev Factory/BhaiFreakin - Universal/unreal-bs/PRE_AD_LAUNCH_RUNBOOK.md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ডার্ক.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Universal/unreal-bs/lib/commerce/access.ts</a:t>
            </a:r>
          </a:p>
          <a:p xmlns:a="http://schemas.openxmlformats.org/drawingml/2006/main">
            <a:r>
              <a:t>- F:/Dev Factory/BhaiFreakin - Universal/unreal-bs/lib/commerce/downloads.ts</a:t>
            </a:r>
          </a:p>
          <a:p xmlns:a="http://schemas.openxmlformats.org/drawingml/2006/main">
            <a:r>
              <a:t>- F:/Dev Factory/BhaiFreakin - Universal/unreal-bs/app/(storefront)/learn</a:t>
            </a:r>
          </a:p>
          <a:p xmlns:a="http://schemas.openxmlformats.org/drawingml/2006/main">
            <a:r>
              <a:t>- F:/Dev Factory/BhaiFreakin - Universal/unreal-bs/app/api/downloads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ডার্ক.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Universal/unreal-bs/components/meta-consent</a:t>
            </a:r>
          </a:p>
          <a:p xmlns:a="http://schemas.openxmlformats.org/drawingml/2006/main">
            <a:r>
              <a:t>- F:/Dev Factory/BhaiFreakin - Universal/unreal-bs/lib/meta</a:t>
            </a:r>
          </a:p>
          <a:p xmlns:a="http://schemas.openxmlformats.org/drawingml/2006/main">
            <a:r>
              <a:t>- F:/Dev Factory/BhaiFreakin - Universal/unreal-bs/app/api/meta</a:t>
            </a:r>
          </a:p>
          <a:p xmlns:a="http://schemas.openxmlformats.org/drawingml/2006/main">
            <a:r>
              <a:t>- F:/Dev Factory/BhaiFreakin - Universal/unreal-bs/app/(legal)/privacy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Universal/unreal-bs/ARCHITECTURE.md</a:t>
            </a:r>
          </a:p>
          <a:p xmlns:a="http://schemas.openxmlformats.org/drawingml/2006/main">
            <a:r>
              <a:t>- F:/Dev Factory/BhaiFreakin - Universal/unreal-bs/IMPLEMENTATION_STATUS.md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Universal/unreal-bs/app/admin</a:t>
            </a:r>
          </a:p>
          <a:p xmlns:a="http://schemas.openxmlformats.org/drawingml/2006/main">
            <a:r>
              <a:t>- F:/Dev Factory/BhaiFreakin - Universal/unreal-bs/lib/security/admin.ts</a:t>
            </a:r>
          </a:p>
          <a:p xmlns:a="http://schemas.openxmlformats.org/drawingml/2006/main">
            <a:r>
              <a:t>- F:/Dev Factory/BhaiFreakin - Universal/unreal-bs/lib/audit.ts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Universal/unreal-bs/auth.ts</a:t>
            </a:r>
          </a:p>
          <a:p xmlns:a="http://schemas.openxmlformats.org/drawingml/2006/main">
            <a:r>
              <a:t>- F:/Dev Factory/BhaiFreakin - Universal/unreal-bs/app/api/auth/reverify</a:t>
            </a:r>
          </a:p>
          <a:p xmlns:a="http://schemas.openxmlformats.org/drawingml/2006/main">
            <a:r>
              <a:t>- F:/Dev Factory/BhaiFreakin - Universal/unreal-bs/lib/security/step-up.ts</a:t>
            </a:r>
          </a:p>
          <a:p xmlns:a="http://schemas.openxmlformats.org/drawingml/2006/main">
            <a:r>
              <a:t>- F:/Dev Factory/BhaiFreakin - Universal/unreal-bs/proxy.ts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Universal/unreal-bs/lib/security/request.ts</a:t>
            </a:r>
          </a:p>
          <a:p xmlns:a="http://schemas.openxmlformats.org/drawingml/2006/main">
            <a:r>
              <a:t>- F:/Dev Factory/BhaiFreakin - Universal/unreal-bs/lib/security/rate-limit.ts</a:t>
            </a:r>
          </a:p>
          <a:p xmlns:a="http://schemas.openxmlformats.org/drawingml/2006/main">
            <a:r>
              <a:t>- F:/Dev Factory/BhaiFreakin - Universal/unreal-bs/proxy.ts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নিয়ন্ত্রিত.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Universal/unreal-bs/proxy.ts</a:t>
            </a:r>
          </a:p>
          <a:p xmlns:a="http://schemas.openxmlformats.org/drawingml/2006/main">
            <a:r>
              <a:t>- F:/Dev Factory/BhaiFreakin - Universal/unreal-bs/lib/security/csp.ts</a:t>
            </a:r>
          </a:p>
          <a:p xmlns:a="http://schemas.openxmlformats.org/drawingml/2006/main">
            <a:r>
              <a:t>- F:/Dev Factory/BhaiFreakin - Universal/unreal-bs/lib/commerce/uploads.ts</a:t>
            </a:r>
          </a:p>
          <a:p xmlns:a="http://schemas.openxmlformats.org/drawingml/2006/main">
            <a:r>
              <a:t>- F:/Dev Factory/BhaiFreakin - Universal/unreal-bs/lib/env.ts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Universal/unreal-bs/app/api/health/live/route.ts</a:t>
            </a:r>
          </a:p>
          <a:p xmlns:a="http://schemas.openxmlformats.org/drawingml/2006/main">
            <a:r>
              <a:t>- F:/Dev Factory/BhaiFreakin - Universal/unreal-bs/app/api/health/ready/route.ts</a:t>
            </a:r>
          </a:p>
          <a:p xmlns:a="http://schemas.openxmlformats.org/drawingml/2006/main">
            <a:r>
              <a:t>- F:/Dev Factory/BhaiFreakin - Universal/unreal-bs/lib/audit.ts</a:t>
            </a:r>
          </a:p>
          <a:p xmlns:a="http://schemas.openxmlformats.org/drawingml/2006/main">
            <a:r>
              <a:t>- F:/Dev Factory/BhaiFreakin - Universal/unreal-bs/lib/logger.ts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লাইভ.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Universal/unreal-bs/lib/commerce/flags.ts</a:t>
            </a:r>
          </a:p>
          <a:p xmlns:a="http://schemas.openxmlformats.org/drawingml/2006/main">
            <a:r>
              <a:t>- F:/Dev Factory/BhaiFreakin - Universal/unreal-bs/proxy.ts</a:t>
            </a:r>
          </a:p>
          <a:p xmlns:a="http://schemas.openxmlformats.org/drawingml/2006/main">
            <a:r>
              <a:t>- F:/Dev Factory/BhaiFreakin - Universal/unreal-bs/PRE_AD_LAUNCH_RUNBOOK.md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ব্লকড.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Universal/unreal-bs/app/(dashboard)/social-market/page.tsx</a:t>
            </a:r>
          </a:p>
          <a:p xmlns:a="http://schemas.openxmlformats.org/drawingml/2006/main">
            <a:r>
              <a:t>- F:/Dev Factory/BhaiFreakin - Universal/unreal-bs/app/(dashboard)/social-yo/page.tsx</a:t>
            </a:r>
          </a:p>
          <a:p xmlns:a="http://schemas.openxmlformats.org/drawingml/2006/main">
            <a:r>
              <a:t>- F:/Dev Factory/BhaiFreakin - Universal/unreal-bs/IMPLEMENTATION_STATUS.md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status: ভবিষ্যৎ. Audience-facing summary; technical proof is in the cited repository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Universal/unreal-bs/app/(dashboard)</a:t>
            </a:r>
          </a:p>
          <a:p xmlns:a="http://schemas.openxmlformats.org/drawingml/2006/main">
            <a:r>
              <a:t>- F:/Dev Factory/BhaiFreakin - Universal/unreal-bs/IMPLEMENTATION_STATUS.md</a:t>
            </a:r>
          </a:p>
          <a:p xmlns:a="http://schemas.openxmlformats.org/drawingml/2006/main">
            <a:r>
              <a:t>- F:/Dev Factory/BhaiFreakin - Universal/unreal-bs/ARCHITECTURE.md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Universal/unreal-bs/IMPLEMENTATION_STATUS.md</a:t>
            </a:r>
          </a:p>
          <a:p xmlns:a="http://schemas.openxmlformats.org/drawingml/2006/main">
            <a:r>
              <a:t>- F:/Dev Factory/BhaiFreakin - Universal/unreal-bs/QA_REPORT.md</a:t>
            </a:r>
          </a:p>
          <a:p xmlns:a="http://schemas.openxmlformats.org/drawingml/2006/main">
            <a:r>
              <a:t>- F:/Dev Factory/BhaiFreakin - Universal/unreal-bs/PRE_AD_LAUNCH_RUNBOOK.md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Universal/unreal-bs/README.md</a:t>
            </a:r>
          </a:p>
          <a:p xmlns:a="http://schemas.openxmlformats.org/drawingml/2006/main">
            <a:r>
              <a:t>- F:/Dev Factory/BhaiFreakin - Universal/unreal-bs/ARCHITECTURE.md</a:t>
            </a:r>
          </a:p>
          <a:p xmlns:a="http://schemas.openxmlformats.org/drawingml/2006/main">
            <a:r>
              <a:t>- F:/Dev Factory/BhaiFreakin - Universal/unreal-bs/IMPLEMENTATION_STATUS.md</a:t>
            </a:r>
          </a:p>
          <a:p xmlns:a="http://schemas.openxmlformats.org/drawingml/2006/main">
            <a:r>
              <a:t>- F:/Dev Factory/BhaiFreakin - Universal/unreal-bs/PRE_AD_LAUNCH_RUNBOOK.md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F:/Dev Factory/BhaiFreakin - Universal/unreal-bs/README.md</a:t>
            </a:r>
          </a:p>
          <a:p xmlns:a="http://schemas.openxmlformats.org/drawingml/2006/main">
            <a:r>
              <a:t>- F:/Dev Factory/BhaiFreakin - Universal/unreal-bs/ARCHITECTURE.md</a:t>
            </a:r>
          </a:p>
          <a:p xmlns:a="http://schemas.openxmlformats.org/drawingml/2006/main">
            <a:r>
              <a:t>- F:/Dev Factory/BhaiFreakin - Universal/unreal-bs/PRE_AD_LAUNCH_RUNBOOK.md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2bd7315f64a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1666abc1554412" /><Relationship Type="http://schemas.openxmlformats.org/officeDocument/2006/relationships/slideLayout" Target="/ppt/slideLayouts/slideLayout1.xml" Id="R374b84a3546543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4b84a3546543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ced7ab2104ac4" /><Relationship Type="http://schemas.openxmlformats.org/officeDocument/2006/relationships/image" Target="/ppt/media/image.png" Id="Rd462e929b3764542" /><Relationship Type="http://schemas.openxmlformats.org/officeDocument/2006/relationships/notesSlide" Target="/ppt/notesSlides/notesSlide1.xml" Id="R64fa714af1144a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a612fcf0e404d" /><Relationship Type="http://schemas.openxmlformats.org/officeDocument/2006/relationships/notesSlide" Target="/ppt/notesSlides/notesSlide2.xml" Id="R0b8b426accf84a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fae07603f46d8" /><Relationship Type="http://schemas.openxmlformats.org/officeDocument/2006/relationships/notesSlide" Target="/ppt/notesSlides/notesSlide3.xml" Id="R0c13a51371e844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6eee5bdec48d5" /><Relationship Type="http://schemas.openxmlformats.org/officeDocument/2006/relationships/notesSlide" Target="/ppt/notesSlides/notesSlide4.xml" Id="Rf46eec0b3b8a43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792e3006540b6" /><Relationship Type="http://schemas.openxmlformats.org/officeDocument/2006/relationships/notesSlide" Target="/ppt/notesSlides/notesSlide5.xml" Id="R2c86b96ea05747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a7086e5ec4271" /><Relationship Type="http://schemas.openxmlformats.org/officeDocument/2006/relationships/notesSlide" Target="/ppt/notesSlides/notesSlide6.xml" Id="R090f303b3f434d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40e00b6e146b2" /><Relationship Type="http://schemas.openxmlformats.org/officeDocument/2006/relationships/notesSlide" Target="/ppt/notesSlides/notesSlide7.xml" Id="Recea82240f4b4f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1aad341df4d98" /><Relationship Type="http://schemas.openxmlformats.org/officeDocument/2006/relationships/notesSlide" Target="/ppt/notesSlides/notesSlide8.xml" Id="Rc3eb9bd29ca043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7b43f37c24ee2" /><Relationship Type="http://schemas.openxmlformats.org/officeDocument/2006/relationships/notesSlide" Target="/ppt/notesSlides/notesSlide9.xml" Id="R98c9222bd5bd48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8776c77664f78" /><Relationship Type="http://schemas.openxmlformats.org/officeDocument/2006/relationships/notesSlide" Target="/ppt/notesSlides/notesSlide10.xml" Id="R48c0923bd8814f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b60f227b34e22" /><Relationship Type="http://schemas.openxmlformats.org/officeDocument/2006/relationships/notesSlide" Target="/ppt/notesSlides/notesSlide11.xml" Id="R746aef44ca114f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540a76f8a4a64" /><Relationship Type="http://schemas.openxmlformats.org/officeDocument/2006/relationships/notesSlide" Target="/ppt/notesSlides/notesSlide12.xml" Id="Rbc3b5dd182fb4b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0ab62556f4c94" /><Relationship Type="http://schemas.openxmlformats.org/officeDocument/2006/relationships/notesSlide" Target="/ppt/notesSlides/notesSlide13.xml" Id="Ra21e5e2a058e48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3491dddb248e7" /><Relationship Type="http://schemas.openxmlformats.org/officeDocument/2006/relationships/notesSlide" Target="/ppt/notesSlides/notesSlide14.xml" Id="R619a8cb4a43b43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ca121bba84e9a" /><Relationship Type="http://schemas.openxmlformats.org/officeDocument/2006/relationships/notesSlide" Target="/ppt/notesSlides/notesSlide15.xml" Id="R5a061cfdafe64d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0651c04c64bce" /><Relationship Type="http://schemas.openxmlformats.org/officeDocument/2006/relationships/notesSlide" Target="/ppt/notesSlides/notesSlide16.xml" Id="R6f374a3886d741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77d0ffe8f464d" /><Relationship Type="http://schemas.openxmlformats.org/officeDocument/2006/relationships/notesSlide" Target="/ppt/notesSlides/notesSlide17.xml" Id="Rf96c8342d1d3432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f62ddb34c47b4" /><Relationship Type="http://schemas.openxmlformats.org/officeDocument/2006/relationships/notesSlide" Target="/ppt/notesSlides/notesSlide18.xml" Id="R1f74c23bae1145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0cd513b1b4b1d" /><Relationship Type="http://schemas.openxmlformats.org/officeDocument/2006/relationships/notesSlide" Target="/ppt/notesSlides/notesSlide19.xml" Id="Re93e6c92a5c3468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330b9c5794651" /><Relationship Type="http://schemas.openxmlformats.org/officeDocument/2006/relationships/notesSlide" Target="/ppt/notesSlides/notesSlide20.xml" Id="R2765c91043a040e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bd979e32949ed" /><Relationship Type="http://schemas.openxmlformats.org/officeDocument/2006/relationships/notesSlide" Target="/ppt/notesSlides/notesSlide21.xml" Id="R4ede356f48ce41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8937d860b4fe2" /><Relationship Type="http://schemas.openxmlformats.org/officeDocument/2006/relationships/notesSlide" Target="/ppt/notesSlides/notesSlide22.xml" Id="Rceefeb3e54e04dc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b9177f0a443e7" /><Relationship Type="http://schemas.openxmlformats.org/officeDocument/2006/relationships/notesSlide" Target="/ppt/notesSlides/notesSlide23.xml" Id="R81a3e00433b44ad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b0e68b5e84d3c" /><Relationship Type="http://schemas.openxmlformats.org/officeDocument/2006/relationships/notesSlide" Target="/ppt/notesSlides/notesSlide24.xml" Id="Re0bcca4fbe47436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82ecfa43441a5" /><Relationship Type="http://schemas.openxmlformats.org/officeDocument/2006/relationships/notesSlide" Target="/ppt/notesSlides/notesSlide25.xml" Id="R1839d613210d4af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41fd85d034ef5" /><Relationship Type="http://schemas.openxmlformats.org/officeDocument/2006/relationships/notesSlide" Target="/ppt/notesSlides/notesSlide26.xml" Id="Rf7041cfe93dd4b5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e8777ff4148d3" /><Relationship Type="http://schemas.openxmlformats.org/officeDocument/2006/relationships/notesSlide" Target="/ppt/notesSlides/notesSlide27.xml" Id="R6ebb1400b791432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6e27b96c644cc" /><Relationship Type="http://schemas.openxmlformats.org/officeDocument/2006/relationships/notesSlide" Target="/ppt/notesSlides/notesSlide28.xml" Id="Rec231b33fb49462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f940081084b39" /><Relationship Type="http://schemas.openxmlformats.org/officeDocument/2006/relationships/notesSlide" Target="/ppt/notesSlides/notesSlide29.xml" Id="R07778ec1a8e8426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0c0ac5ad44496" /><Relationship Type="http://schemas.openxmlformats.org/officeDocument/2006/relationships/notesSlide" Target="/ppt/notesSlides/notesSlide30.xml" Id="Rb93374a94599473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c5a6afb4046fa" /><Relationship Type="http://schemas.openxmlformats.org/officeDocument/2006/relationships/notesSlide" Target="/ppt/notesSlides/notesSlide31.xml" Id="R77dc8e0a307448a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b09cb7c5b4877" /><Relationship Type="http://schemas.openxmlformats.org/officeDocument/2006/relationships/notesSlide" Target="/ppt/notesSlides/notesSlide32.xml" Id="R6c6d73bc4ac7470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2e019f57f4baf" /><Relationship Type="http://schemas.openxmlformats.org/officeDocument/2006/relationships/notesSlide" Target="/ppt/notesSlides/notesSlide33.xml" Id="R0af6799552f54b2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393124a3e453a" /><Relationship Type="http://schemas.openxmlformats.org/officeDocument/2006/relationships/notesSlide" Target="/ppt/notesSlides/notesSlide34.xml" Id="Redf899c6f4fe4eb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bedbf258b458c" /><Relationship Type="http://schemas.openxmlformats.org/officeDocument/2006/relationships/notesSlide" Target="/ppt/notesSlides/notesSlide35.xml" Id="R169012d517ff4f7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7ba52ccc840fb" /><Relationship Type="http://schemas.openxmlformats.org/officeDocument/2006/relationships/notesSlide" Target="/ppt/notesSlides/notesSlide36.xml" Id="Rfa0710aa0e9f47a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0651bb54148b3" /><Relationship Type="http://schemas.openxmlformats.org/officeDocument/2006/relationships/notesSlide" Target="/ppt/notesSlides/notesSlide37.xml" Id="Rc6962ff7bd264c7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b4e1fec1c4eb9" /><Relationship Type="http://schemas.openxmlformats.org/officeDocument/2006/relationships/notesSlide" Target="/ppt/notesSlides/notesSlide38.xml" Id="R89c21e03b36c4eb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67edffb084bc6" /><Relationship Type="http://schemas.openxmlformats.org/officeDocument/2006/relationships/notesSlide" Target="/ppt/notesSlides/notesSlide39.xml" Id="Rae237ce5de5b407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dbefa1f924466" /><Relationship Type="http://schemas.openxmlformats.org/officeDocument/2006/relationships/notesSlide" Target="/ppt/notesSlides/notesSlide40.xml" Id="Rcd70429f24b04ad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623ebafa54517" /><Relationship Type="http://schemas.openxmlformats.org/officeDocument/2006/relationships/notesSlide" Target="/ppt/notesSlides/notesSlide41.xml" Id="R1dade8d9622f4eb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236442c94474a" /><Relationship Type="http://schemas.openxmlformats.org/officeDocument/2006/relationships/notesSlide" Target="/ppt/notesSlides/notesSlide42.xml" Id="R08b6a49f74df4a3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b3b30c8bd4ca5" /><Relationship Type="http://schemas.openxmlformats.org/officeDocument/2006/relationships/notesSlide" Target="/ppt/notesSlides/notesSlide43.xml" Id="Re9f587d5dd7e4f8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32855feca4132" /><Relationship Type="http://schemas.openxmlformats.org/officeDocument/2006/relationships/notesSlide" Target="/ppt/notesSlides/notesSlide44.xml" Id="Rc232c27620c9427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b95effb8240d4" /><Relationship Type="http://schemas.openxmlformats.org/officeDocument/2006/relationships/notesSlide" Target="/ppt/notesSlides/notesSlide45.xml" Id="Rd4c39777a28d4e1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2bfac43df403e" /><Relationship Type="http://schemas.openxmlformats.org/officeDocument/2006/relationships/notesSlide" Target="/ppt/notesSlides/notesSlide46.xml" Id="Rf09d7cc05806412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ac54d000f423d" /><Relationship Type="http://schemas.openxmlformats.org/officeDocument/2006/relationships/notesSlide" Target="/ppt/notesSlides/notesSlide47.xml" Id="Rabe400663917442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1349f807a49ad" /><Relationship Type="http://schemas.openxmlformats.org/officeDocument/2006/relationships/notesSlide" Target="/ppt/notesSlides/notesSlide48.xml" Id="R9b5d5a536d5f401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3286e4549496b" /><Relationship Type="http://schemas.openxmlformats.org/officeDocument/2006/relationships/notesSlide" Target="/ppt/notesSlides/notesSlide49.xml" Id="Rb576a620a5664a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81372D-9FB7-4DFF-A98A-B6D31ED3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-20002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EE504-22ED-41B3-B48D-76D0C46A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3714750" cy="3714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8BE6F-7112-4C23-84CB-A1E97930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6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2e929b3764542"/>
          <a:stretch xmlns:a="http://schemas.openxmlformats.org/drawingml/2006/main"/>
        </p:blipFill>
        <p:spPr>
          <a:xfrm xmlns:a="http://schemas.openxmlformats.org/drawingml/2006/main">
            <a:off x="1900687" y="590550"/>
            <a:ext cx="1380225" cy="1381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24306-5123-4E9D-A402-6D45FAD5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45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সম্পূর্ণ ফিচার</a:t>
            </a:r>
          </a:p>
          <a:p xmlns:a="http://schemas.openxmlformats.org/drawingml/2006/main">
            <a:pPr algn="l">
              <a:defRPr sz="45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45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নলেজ বেস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0E34C-1AA8-4DA4-A3B2-B910A9C7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704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725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সাধারণ মানুষের ভাষায়—প্রতিটি ফিচার কী, কার জন্য, কীভাবে কাজ করে এবং এখন কোন অবস্থায় আছে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66EC7-B4C0-4FA1-8B5F-8CFC485E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46291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56979-E848-4ED0-BE12-57507369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24475"/>
            <a:ext cx="422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12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Investor • Operator • Sales • Support •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27BFE-95DD-4252-9ECC-7842A1C6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43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Repository-verified edition  •  August 2026</a:t>
            </a:r>
          </a:p>
        </p:txBody>
      </p:sp>
    </p:spTree>
    <p:extLst>
      <p:ext uri="{BB962C8B-B14F-4D97-AF65-F5344CB8AC3E}">
        <p14:creationId xmlns:p14="http://schemas.microsoft.com/office/powerpoint/2010/main" val="1862872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F3CE68-9939-47ED-AFFE-93DABCF8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8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এই নলেজ বেস কীভাবে পড়বেন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B2D4F-8DAD-4C1B-AD09-F786E11F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প্রতিটি ফিচারের একই পাঁচটি প্রশ্নের উত্তর আছে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907FB-DE1D-40EA-989A-6222F7C1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62B70-94A3-430A-975F-EA174840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72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3D853-391C-40FB-9AEE-387609F7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6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কী?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2AD48-2B7B-4462-9C6A-EA705AED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ফিচারটি সহজ ভাষায় কী করে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EA1D3-576A-4174-AEA9-900584B8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907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2D903-714A-4B66-A4CA-1BF3A639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859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72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6D7F5-1C4F-4726-A710-37472A00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6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কার জন্য?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FD960-7185-4536-9903-9C04BB34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কে ব্যবহার করবে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A5608-95B2-41CF-9D67-75514C92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B4F1C-7060-48A4-B15A-6FD7BBE5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859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72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80DBD-74B3-443F-A602-F1370C23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6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কীভাবে?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ECE2B-A19E-4C78-9BFC-D6EB4A01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চার ধাপের কাজের পথ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80B6B-3347-489F-A230-C64C81CC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D82C4-5BBC-453C-B136-DA41CB63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72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D58A3-C16A-436A-8767-3FAD50A2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6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উপকার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4555B-3E10-4586-B7C0-BCD8B7FB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ব্যবসায় কী ফল দেয়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36AA7-1EDE-4F3F-8277-10F225B8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7943C3-E7C7-4E72-B333-4128B3F7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95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72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0C292-10F4-41B2-8C3A-AE9A89C6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0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6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অবস্থা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E83B2-18FA-45D0-A49D-D7B8ED95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005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275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লাইভ, নিয়ন্ত্রিত, ডার্ক বা ভবিষ্যৎ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2DB4F0-8174-4854-A950-77A5A20B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D17080-5591-4F0F-817F-86632015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47C934-5482-45D5-9E6E-4A8B4337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6356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EBA9A-25C4-40B0-8E13-571745DD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8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UNREAL BS আসলে কী?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C5698-DD63-45B7-B314-C06BF7B3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একটি business operating layer—যেখানে HighLevel-এর customer engine-এর সঙ্গে নিজস্ব money, AI, service, commerce ও safety capability যুক্ত।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1916D4-7A94-47B9-A881-41921530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15621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CE25E-EC5B-4478-A91A-BB1A78EC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24150"/>
            <a:ext cx="15621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9F91D-D30E-4682-96E8-F79AF8FC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457200" cy="1066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BE8F2-74E6-4713-B67C-B115D5A1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933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3143A-8B4C-470D-820E-7C323106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8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HighLevel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D1592-BB1A-4CB1-A2E6-46B4AB67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CRM • Inbox • Pipeline • Funnels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AC76D-4CB0-49F0-AB49-17DB72AD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2933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4EDB3-36F0-4D93-AF96-8CC76542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812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80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UNREAL 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F4A34-B58B-4C15-9765-A070CF1F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574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Wallet • AI • Services •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769B2-073C-498A-A0DD-E5249F12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933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71A88-D424-48A3-9BD9-8ED8D555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80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Supabase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910B9-02B6-4356-84B1-50E54A40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Data • Ledger • Audit • Commerce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6492B-528B-4B29-A00D-D5E8F81B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71950"/>
            <a:ext cx="2933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19250-4E60-4F6D-9A24-A292DEAF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434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80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মানুষের অনুমোদন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825EB-9E90-481D-83F8-9E51892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255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Payment • Cards • Ads • Refund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A52D6-15AF-4FF2-96E7-7198A201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F4089-108F-44A8-8D2C-A0B99146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DE4E3-2D63-4AC5-9210-90A9BEA2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1985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DE770-75DA-45D0-9C20-A911ACD4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13FC0-B17F-43E0-A17B-DBB87F77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209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6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DB9D3-5980-43C2-8C8A-11C73F69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36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HighLevel-চালিত গ্রাহক ও অপারেশন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D5C24-D171-46EE-92BE-A69DD474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800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Lead থেকে customer, inbox, pipeline, site ও agent—একই business context-এ।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F5737-A834-4DC0-B6CB-22707FCB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7F5D7-2233-45F5-A44D-F66D764C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435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১২টি বিস্তারিত ফিচার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AAFFF-1267-444C-9AAD-6A3BC1E5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2A6D4-72DA-4D34-9B10-A060E15F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6406D-4D4E-4569-B34F-D75AB792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76723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57D61A-9B7F-45C3-A8CB-A628B3A8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0339D-B6F9-4CED-AB25-81DBCF3C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  •  HighLevel-চালিত গ্রাহক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32D24-6576-464E-B81F-5A6EB7B7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Public Funnel ও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C2C30-6878-496E-BE40-2710658B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900A8-F464-45D7-91D6-1AA1A19D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9D824-D5FC-438F-A242-E9880919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64C0E-5BCC-4804-93E7-FF6611A7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A0CB0-5E2D-4DBE-B82B-054CAFFC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নতুন মানুষ /unreal-bs পেজ থেকে অফার বুঝে /apply ফর্মে আসে। সফল আবেদন HighLevel-এ contact হিসেবে তৈরি বা update হয়—অভ্যন্তরীণ contact ID বাইরে দেখানো হয় না।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C15A5-2B8B-48FB-9402-E981925A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83E31-2F4E-465A-90D6-593F2C2B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1D185-D2BA-43AC-8802-3AC848FA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সম্ভাব্য গ্রাহক ও sales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8C943-67BF-4AA6-A246-2163E32B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979BC-419C-44B0-99DB-7979DC36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C4037-C849-4A71-9E5F-B48C5E9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একটি পরিচ্ছন্ন lead entry point এবং follow-up-এর জন্য CRM record।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DDD9C-8864-4666-A9D6-FA897278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28D3E-A0B9-4B95-9BCA-B6B105FA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AA8A2-3A71-48C5-9C04-772550ED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A6C18-A6FB-42FC-B878-210A93D2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D5071-E439-48C7-80CD-2ABE5B86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4326B-ED4B-4836-972A-6C4E2E7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98210-CD2B-478C-98A0-091B0E7B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ভিজিটর অফার দেখে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AF8D89-D022-4A9F-9363-8B86561F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AA5A6F-BE10-4684-9CA4-E0E0980C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EDD5B6-BC83-447F-A3A3-C69F3073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ফর্ম + Turnstile পূরণ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85857-01DA-4DFB-B5DC-48CD3220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A683D-880F-4A23-8429-3FB11E5B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25A48-DA04-41FE-B141-5061512B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GHL contact upsert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6BC85E-147E-4530-B639-2448EFFD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9B7F08-3076-4F87-83F2-E81115DD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FA607B-3739-48CE-81DE-05B07F11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success message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152E8A-D04B-4CD3-8441-EAACB488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C3500-3D19-4F81-B7F9-17DE9328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183212-80B8-48D7-8058-DAF5E31A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BAFA27-F2D2-4384-994A-543A444D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Form field সীমাবদ্ধ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5E12C4-30CB-4F04-981E-1DC4ABD9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36C3B9-A513-4A5A-8A96-385D191E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EBDC4E-091B-441C-8314-3F6E63D4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8231DD-F17C-4533-8940-5EB10BE3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Meta attribution গ্রহণ করতে পারে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DFA72E-93DE-4CE3-BD23-4AFB7D06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09C1F3-5A52-4541-A338-0BEAF3ED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849A67-95BE-4EA0-A1BC-F1A1811F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91C519-6F21-4A1D-A9F3-2074877E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spam control শুধু /apply-তে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FBAC03-0FA2-49D2-B676-E26B6BC1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847B39-6952-4F40-B29C-A82E4939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14A9A4-415D-4721-8AE8-3159917D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5401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678A4C-9725-4377-8966-CA70507B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64162-9C2E-48CE-BC54-BC362863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  •  HighLevel-চালিত গ্রাহক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8E069-6E0C-47DC-AAD3-E9C1FB20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Registration, Login ও Tenant Isolation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31F3C-32C3-468E-8963-F0331F69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93B36-03E1-409D-B51D-1DFD972B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FBECF-519F-4BC6-BEBE-403D8EFE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B76E8-B04D-4E7F-8B00-5DFF4987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E0B54-D681-49AF-8120-0D3F7C37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প্রতিটি account একটি নির্দিষ্ট HighLevel location-এর সঙ্গে যুক্ত। ভুল বা অনির্ধারিত location থাকলে user অন্য ব্যবসার data দেখতে পারে না; disconnected state পায়।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0EAF3-DE12-4A28-8C18-BE557070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8F528-44D9-4267-84F9-3FA5D24C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D9B82-1DE3-45C0-B589-48323017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Platform user ও account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26D1B-BC09-4E2B-823D-A6D16B23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6D4E8-B70A-4BF8-B97C-13DF72A9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AC916-743A-4664-832B-A04FCAAF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একই platform-এ বহু business নিরাপদে আলাদা রাখা।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21D82-B237-440B-830B-7C2ACCC2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74B4D-4D71-4F91-84B9-6A6558FD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346D8-A87E-4DE8-B9D4-8BE80587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38D48-7309-4EDE-833F-B8A118BC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FC04D-0EDD-4CB1-86EF-CB5016C4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89A95-23E8-4E5A-BF21-A4EC27AC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779CC-3F9A-4619-8CE7-5FAA6742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account তৈরি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E3DC8-2446-4C64-B0A4-9D827B8F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B2279-3B35-44F6-A5CD-92AC9DE8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455B84-558B-4B57-9C5A-29DFD069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secure login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E3B3E2-07DB-4E1D-A814-12C533BA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2B0061-04BB-4160-B74C-49A31792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257D2-4488-4271-9A7F-5068B2AA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location resolve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48ECEE-1492-46AE-90DA-BE915648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9FAC72-1D67-4AE7-BAEC-7569425B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7B6A99-3F67-43A1-8948-AF1A594F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নিজস্ব dashboard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AD7655-C42C-493D-9B3C-7A756522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403535-4E17-485C-8D45-3F939738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8CC25E-8799-4216-9F12-4392C7C5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C434BB-3F44-40AD-9CD1-FF38C20F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৮ ঘণ্টা session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84F1AC-F8DF-4590-AB82-BEDAEDF9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4F9C90-DB79-496A-820C-F245CFC8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0B7391-FAD0-4191-AC17-B9CFF743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F9EAA3-043D-47AC-80D4-5A8C687B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server-side permission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DC1E06-A55A-47BD-9BBF-6B7D5B7B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E78E85-8B95-44F5-8CFA-8CC3D02C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5DFC9E-6451-4D2B-843E-3F352BA4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41F993-6C30-41A4-869C-16F62EDA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cross-tenant data বন্ধ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54C117-B5C7-46EA-BEA5-0565F5FE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0C48E6-0D13-4D79-8648-B3CF3578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A30492-702D-4570-9C5E-18D0D7FE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2517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84F137-AF92-4C21-9A5F-6DEE5226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9D2C8-3EE8-4C7A-B621-B4D3A889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  •  HighLevel-চালিত গ্রাহক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5484C-31AF-4C1A-ADA5-E89DFCA3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Control Room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BBF91-E763-42DB-A24A-668DB052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3D972-492E-45EB-9DEA-B8E69374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68BD9-F8A2-4166-B30F-AC71AFCC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D52FC-2D9F-45FF-BDE4-355284CD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380F5-B501-4D07-82C8-0D586C2A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এক নজরে HighLevel-এর contacts, conversations ও opportunities-এর সঙ্গে UNREAL BS wallet এবং Udhar অবস্থাও দেখা যায়। এটি daily operations-এর শুরুর জায়গা।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C0806-BEF6-4D72-A46E-8971B31A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609B3-452A-44F0-A495-34878FAC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B88FC-D433-485D-8008-6228DDE9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Business owner ও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9FE16-7EAD-4842-A937-102785EB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3A115-E7EA-47EE-85C3-39834272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72830-6DFB-485F-80E4-05E76B0D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বিভিন্ন system খুলে না ঘুরে গুরুত্বপূর্ণ signal এক screen-এ পাওয়া।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F30BC-762F-4C66-9AA5-EEC94DDF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7F94B-6EEE-4792-8C94-4972B438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19F56-9DD3-495D-B9EA-E54D2A94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853BB-E473-4F1B-813C-E7979DBB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6F723-1A7B-4650-9EE8-34F6E1D5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C70CD-81C1-4A0F-B275-C73C102E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5FF710-707C-4EC4-925F-F7C4D8AF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GHL data 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967AF-3B29-4088-8489-3B874937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7CBBE-4287-4430-AB72-7F02C378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DBB9F-23F8-492C-9B5D-8C58CA88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wallet summary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86DB4D-0A43-45F4-93A0-AC0091BE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6922A3-AE8A-48E0-8CCC-FFDCA4E1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34778D-C5F2-450A-B014-B69DBF13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udhar summary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B1C76A-6460-426B-89CF-EA11D741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F9E6D4-7386-43DE-B3DC-97D40C2D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8B579B-87C8-4B45-83B6-98540DB3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action shortcut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6F756A-6DFD-40F7-91F4-591CE19B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00755C-4B28-4531-BC87-BD57E8AA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DB61D5-9298-4340-8B56-B103517B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A85238-A5DC-483B-B8F7-D95C9DE9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live integration data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38603C-8755-49C1-A37A-B086DC1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FDB5AD-9604-420A-AB7A-A53FE6BA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CC67B4-B5F5-46D2-A58C-19030297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41FC81-A78D-4CAF-BA36-E57961AC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empty/error state আছে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2EFEE9-6CCC-4A52-B0FF-01214FAE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1D8752-D782-4511-8AB4-0105B0A4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234115-27C0-482A-B5E4-924A0E2B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F08787-AC46-41A8-A74E-18D37EF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পুরোনো screenshot কেবল reference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EE5B92-D4B6-4DDA-985F-CB782CCA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A23A28-009C-4AF1-A609-1A64868E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325D53-AD9A-4014-B267-8CA8275C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974393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BB6A28-1494-4238-963B-7844AD8B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BAFD1-BCD7-4FE2-9B31-E58A6BBA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  •  HighLevel-চালিত গ্রাহক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4C7FF-B3A5-457D-8B10-BAD2F48E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Customers / CRM Contacts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32EF7-DF04-4480-B3FE-5F3F08E6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A91FB-A38F-4F06-9FD3-7A8BB702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ABB2C-4EB5-411A-AB2B-5A9F960A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05050-C45A-498E-8507-D7159280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9DB4F-F6A9-4CA5-90B6-7C49BB3C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HighLevel contact list দেখা, খোঁজা, নতুন contact তৈরি এবং detail context খোলা যায়। Customer relationship-এর source of truth HighLevel-ই থাকে।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2CEE2-4803-436F-AFD6-579F69BB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0D198-DF88-4D60-9827-45491266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DC511-5ED2-4FD0-9EEE-8F92C3AB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Sales ও customer-success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302F3-5D4B-4517-9F65-07049133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F5469-0F3A-4BFC-885E-4CE07FCA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46F3F-DDDB-4EFE-9BE4-82970C8C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Lead ও customer record দ্রুত খুঁজে কাজ শুরু করা।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AF2BB-399B-47C8-90FD-A2F527F7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0E5D4-9EE8-433E-9C7A-45CFDFBB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37295-E68D-43C5-AF8F-BB7E22DA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40BF5-64DB-498D-851A-20A01C78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3B663-BAB2-4412-ACCB-E09A3273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B7C58-9A85-4086-824A-F61D1791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CCA57-EB1E-46CD-B619-281A848F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contact 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08805-573B-4B91-AC20-E2AFD69F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4BBA1-9142-4720-BB90-58810E2D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87C0B6-EB68-4DD0-BD0D-C9F8E46D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search/filter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2BE75F-605E-411A-802C-7BB7A78C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D06C03-8063-4BB4-8E97-09E6AE50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86961B-0B9F-4D6E-A5C8-C3ABD118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create contact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F5384-6E88-4550-9CC6-89C14E96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A9685C-EC9F-425E-9D52-8856A55D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9F7137-6C77-4C0F-BB4E-2CF20352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detail open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5DA3D7-5D41-4ADE-B07B-E62D2403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E9DBB9-8AFE-4A18-9FE8-894CFAFE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EB2534-5CF9-4300-8D9C-CC4B39F2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F6726D-9029-472A-A6EB-12F873AA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GHL data source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B93E9B-F06E-4EAC-9BED-6364ADA1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7EE3CA-4841-47C9-A627-25AD9F1A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CCC90B-4CF2-4E75-8C41-EE0CC284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92BBA3-9723-4F4E-9010-3ED9A41D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tenant-bound request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4F9BAB-7C12-44E5-928F-BBCBA594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A9EBDC-EA1D-42AF-8F5D-25DD0ABD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3BEEF4-7D30-405F-9D35-AED31716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09A66A-C63A-4119-87D2-089B1A2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validation সহ create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AC78F7-711B-4D71-87F6-67BD8805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88C6D6-840F-42DB-A649-BEB91A19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E75C92-2C80-49BF-8B18-D66FF284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12347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092ABF-1742-4568-9E22-28B62A2E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FE6C4-3651-468C-9506-44F9EDBB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  •  HighLevel-চালিত গ্রাহক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31631-8B40-491F-A049-17B77A3E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Inbox ও Customer Messages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C03A9-485F-4F69-9ACA-A0C08B8C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679E5-C384-414D-BB6B-52715EBE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C0DE9-B9C4-4961-97FF-A51C4DCC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0F5D4-AACE-4BEE-B9BD-BB6E98D6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23AEC-4420-423C-B47E-FEA3BFD8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HighLevel conversations এবং message history platform থেকেই দেখা যায়; operator একই context থেকে reply পাঠাতে পারে।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C7466-3D04-4347-AC3A-592B0BD9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813D0-1C5C-4925-9172-81DE79C8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94DBB-5662-4651-B06F-2A2F8C5F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Support ও sales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CFE94-0538-4745-B4D3-ABD32B6E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8B92D-9FA2-4BD0-A8F2-CFC3C992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BC97D-4DAA-4C7B-BB67-A3D2F91C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আলাদা inbox না খুলে customer conversation চালানো।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D41B6-C95E-498A-9A66-622FDE29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82919-9FBC-4310-8F8E-7171F06F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F29B2-E09B-4CE5-85F4-94DDDB94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17442-A1EF-49B4-A117-04CE625F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054C9-8524-4B12-B47C-E4A1F8B4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B85EC-F3CB-4579-829A-A274EA8A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77600-9FDF-4F5C-8D64-BE0F757F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conversation 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DE9DF-6DD5-4296-AFB6-C53411E3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7AC7F-B224-43B3-B5DB-57D72034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4FB8C8-0AD9-4812-B8F2-1ECE9473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thread নির্বাচন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5ACF8-07B8-46D3-8A82-5B6270D2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023F2C-5D6D-4805-9D28-18F6C482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B04838-BE06-4639-BC4F-66042B4B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history পড়া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49AC3B-6EB5-49D7-93F9-F6A471B1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8D3E8D-43A2-46FB-961D-6F451C6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E7CD70-B02C-478E-A4B4-7F679B03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reply পাঠানো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C53ED5-D7BD-4C8F-A8D0-F43E416B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5B0ABD-76C1-4561-9954-791895F7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6A945-B226-4FBB-B375-A4991E22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48563F-B765-4FCA-B43E-B042A09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message failure দেখায়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2DBF8E-834B-429A-9CA4-C102386D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284869-5353-4AB3-91E9-3502629A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1DF9B-4784-4279-855D-E2EBC9C0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36E5E8-6D52-4D5E-BD29-507F6749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tenant scope বজায়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C94147-D47F-4360-BD67-60DC1D1E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928695-20A2-4A80-97B8-11783649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6B19F9-A01D-4599-82B2-EB1B480D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183D31-1F1C-4619-A6BD-20BAFC09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reply live GHL-এ যায়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86C2E8-6185-4203-BF64-E0CEAF64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1EB4D7-98F8-459E-BD3C-E17311D9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EB82CE-00D1-4760-BDB3-FE860024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10526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ABA756-E229-4264-B18A-EC5A16A6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698A4-77BC-4AE7-AC24-843F53BD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  •  HighLevel-চালিত গ্রাহক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4DAF8-87EB-45C3-AF8B-F98A15CC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Sales Pipeline ও Workflows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2A028-5886-4972-84A8-F095E52A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06423-4D1B-494A-865B-D33D3A4D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A7AFC-C6D4-42F6-827E-29AE1794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নিয়ন্ত্রিত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3ADD1-06F6-4B7E-9175-0834B507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975E8-3BC7-4397-8E26-CE731885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HighLevel-এর opportunity pipeline ও workflows পড়া যায়। Risky status toggle সরাসরি live automation বদলায় না; local draft বা deep-link ভিত্তিক controlled action রাখা হয়েছে।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3F436-BD13-4433-8F21-ADF7E84A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12A81-ACE7-43E0-A12E-F2FD7636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FDA1F-996A-4651-A6FA-0346709B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Sales manager ও automation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F6C95-F29E-49E1-8767-E1C5475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C7E84-0735-457D-B391-69A89293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2442C-ECEC-4AB1-80AE-692B091E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Pipeline বুঝে পরিবর্তনের আগে নিরাপদ সিদ্ধান্ত নেওয়া।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DF419-F793-4D50-A7DF-06432B01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F44C5-9578-4A48-8CF8-FE3798EE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40F90-B19C-4C02-97C1-2BE73D6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CC437-2567-410B-A438-0FEA2951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0F18C-D5D5-4653-85ED-AB2418B4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E0629-033C-4FE5-9AA4-84036E23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9E981-416B-41F0-B14E-85848CB1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pipeline পড়া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82189-148E-4F59-A47D-37A40C48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D7B03-423B-41D5-AA24-23732AD0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2522B8-2A75-4872-8CFF-371ACA50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workflow 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C0B8C-E7BB-45D0-B31F-08CAAD47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678B91-E7F2-4F37-99E9-10987DE3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56B7BE-7CB9-4744-9C07-2B076640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draft 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46D921-4BFB-4F0C-8584-27EA714D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FD525E-D9D8-4D74-B6C3-15E77E03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E5ADDA-361D-4C8D-85A4-2523A875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GHL-এ final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F55486-1B56-4909-BE94-9686C107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2E94D7-80BB-4921-9547-2F72F119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841E62-D3E0-4D92-8940-2704717B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7799E5-87C7-4FCC-863A-2741A8EC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read-first design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B82CD5-3189-4E05-A15C-B9388DF0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D5D3D6-5CBE-4F74-AD51-8D4478FC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1FFFF4-AEEF-4BD0-B45F-2F91BA29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BAE64D-7560-452B-AAB4-09DE86C1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fake success নেই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C6ECAE-9C79-4895-9483-6384E576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3545FB-2883-45D0-8C5B-FD9B3B30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B797D1-5ECA-4CC9-AED0-E16E4206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9F8917-42CA-4705-A606-1DBFBB39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workflow mutation সীমিত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60685B-EAC1-470E-ABAA-53BFE93E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0A7231-6456-4F8F-920C-305F2BBC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AFE022-4E38-40E3-BC5A-4505EE0F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32764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CB904B-4702-494A-8B84-7D5915D3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0052C-5B70-463E-9CDF-DCBBC397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  •  HighLevel-চালিত গ্রাহক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4CCE3-7309-47A8-8892-2B0749C2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Sites ও Funnels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8ADC8-690F-4F31-874F-8E930D38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FFFD9-DD12-47BC-A26C-920FFAEA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5D595-0F01-443D-BB12-0406C39E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নিয়ন্ত্রিত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F4AFD-7322-4D99-B9ED-1048FDE3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114A4-78FE-4E19-8435-75F66568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HighLevel-এ থাকা funnel, page এবং step-এর inventory platform-এ দেখা যায়। Editing HighLevel-এর trusted surface-এ deep link দিয়ে করা হয়।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1D648-437C-4B74-A6CD-771807B0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1C3E2-4204-45E4-A07E-A9A72CF1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48023-7928-4FF7-BE3F-1AC2B221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Marketing ও funnel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E831D-D22D-453D-A8C4-84D6FC10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AB41F-4007-43C9-AD9B-2F477822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8A90F-F355-4248-9746-E9E50DCC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কোন funnel কোথায় আছে—সহজ inventory ও দ্রুত navigation।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8B5C6-A750-4FF0-A337-B252E611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7EF33-B45A-44AD-BDF1-1CC0FD12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81C98-B2FE-4A5B-AB7E-B206EFC7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A3144-995E-4ED4-BC68-F3D937E2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E2E79-F528-4515-8F2D-7E3E800F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86BEC-6713-4494-B416-22764CF7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60906-EE7E-4B55-A5D5-5B615328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funnel fetch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2523F-FF2F-4D8B-ACF8-B139AB7F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39508-02D2-43ED-BF67-9FCD1366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05BA07-D9C4-47DB-9AE0-1CFB58E5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step count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311A1E-B0AB-4ECC-90A2-3F667DD2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818F3-150C-4421-AD7B-104B92AA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E15895-1A2C-4D2C-B971-413E3479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status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191DC5-54F4-4949-B5A8-8C105FA1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FCC23E-954A-48F9-9783-120516C0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EAB184-A8C7-4C24-899A-7465A5AD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GHL editor open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28DC54-5968-4766-B16B-C0FE433B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688489-B512-4417-8806-818E23E7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83C4C9-71C0-40BC-8D02-E0008AC2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A592B7-53EB-445D-AEEB-BB6804DE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read-only inventory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1B5F62-FFEC-4811-9E1F-A881CCAE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8E1AD7-DB10-4BB1-BA19-71D6E283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C7DC95-BB35-47C3-B55A-D4DAD39B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163C50-7397-4073-A42D-D249C77D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in-app fake editor নেই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A25D67-D47E-4ED4-B66F-110FC8B2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11C9E8-EC24-48D9-8F4E-E111F301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53C3B4-6042-4B97-B237-B8E51503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80F88D-3BC4-4CC4-88CA-AEF3332B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GHL remains source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D5D297-8156-4B2A-B381-596A8325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ED4E18-5C7E-4D8E-A377-30EDFB8B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F8E1C5-90CE-4BB0-9DE7-8DC88B03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55948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08A0A2-AE1C-4757-A1BC-AB4E8177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3C298-C4ED-4BF7-A841-5F497331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  •  HighLevel-চালিত গ্রাহক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E4975-5137-46EE-BFF4-FB15394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Brand 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CB606-798E-482C-81C3-7163DC81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53864-0846-46D9-8089-90D965FE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749EB-E578-4CF2-A6C5-06343F9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নিয়ন্ত্রিত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0E4A5-34E3-48B8-94F9-A77F1779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E1EB9-9F23-4FE9-BFB0-0DB0E58E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Business name, logo এবং brand-related HighLevel তথ্য এক জায়গায় দেখায়। Logo download করা যায়; brand edit trusted HighLevel screen-এ হয়।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F847D-F4EA-49E8-A871-B51E04C8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81E1E-02FC-4021-9CA2-F93D2C7F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6495F-12F9-40A8-A1B5-909BE9BB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Brand, marketing ও owner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A4462-8257-4511-8DD3-E29FE50B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A7A61-A607-4F2B-8696-245779F4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BCD73-F192-4C06-8F9B-4D1B04B6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সবার জন্য একই brand reference রাখা।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A002F-E122-491D-9B59-4A1763C4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00446-2821-4AC5-8CC3-5FA64927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08B01-7F22-4AA9-9D54-486E34A2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872BB-ECF1-4DA6-B64E-7C21EBEC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28B5C-D4CF-4052-91EA-E19EFCE2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B58AEB-6154-455F-97E4-569C2797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AB60F-4C0C-492E-B2DA-878AFF85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brand info 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43DDA3-CE98-4C99-9CF0-ED42F8D2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94667E-7278-4478-B059-B72AC21E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AF424-CC0B-417A-92BD-981D3741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logo preview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CC4B73-C56A-4D45-B492-393B0AAD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E5141F-5E81-4525-9D5F-5C25C907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E2A0F-0C03-4D75-AF98-FA17C59E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asset download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22CE71-896A-47B3-BB96-6E7C92D6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1EC1C2-FD87-476E-9D41-92112104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A30E0-42E8-41E9-A602-6E49CB79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edit deep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F7C22E-DDF6-4AA8-B8EE-52331989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340DB9-0E0C-460B-91CF-EEEE452B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6BB125-7839-4D9C-96E5-CF4B768C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E23712-7C3F-43CF-9131-D59395D5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asset reuse সহজ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8F88FD-E520-45DE-A9AD-E56AA3B5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4D6258-8A0F-402C-AE9C-4037BDE4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83B534-F482-4057-99CE-1A678F8C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77795B-11A5-4083-A544-7B7BEA5A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editing controlled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2F87F4-314D-4674-9743-6B91A014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4BB251-ACD2-4CA2-B2A0-35449D30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8F253C-929B-46AE-838F-8BC1CDCE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906A63-ED62-4A4D-B9F6-E930DB45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brand data GHL-ভিত্তিক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53B495-AB61-4323-91A6-F3215FA3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3931E3-285E-46DF-8FAA-8F904006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CFB775-13DA-4989-85DE-CED4FE61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682913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925D9E-DAD0-4822-A26B-A136D404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5A206-DF69-44DC-8371-61936A5A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  •  HighLevel-চালিত গ্রাহক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6BFC2-B590-453E-A909-21C77EAD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Agent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58D8B-8FD7-402F-A91A-1551CB87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B7268-DEA3-429E-839A-FD1B2C6C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851F4-F17F-4A80-94A1-4DADC350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নিয়ন্ত্রিত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13397-8BF9-450D-AF28-9E166090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4C482-2AD8-4A27-B69C-EF115D45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HighLevel AI/Voice agent inventory দেখা, metadata update এবং অনুমোদিত scope থাকলে controlled execution বা Voice AI creation করা যায়।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23D01-8C1B-4572-B79B-C87FC16F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3A547-46B7-4519-BA00-BF25272E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C10E9-A58E-4A45-ADEB-175FAA1E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AI operator ও support automation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E865D-FFA5-45FF-B839-BE9EB38E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6FDFD-FE17-42FB-810A-EEFF6F7D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CE5E3-8744-43A2-A491-BA8E1B61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Agent setup ও operation একই governance-এর মধ্যে রাখা।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457C2-9722-466E-8525-CE84F9E1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956BE-1031-4FE4-8BA2-507A018A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ABEF0-9E77-4EF0-B1CD-B4986B75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07D7A-BE12-491B-B22F-1C0C1EFB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75F69-3EFC-4AE1-A4DC-90959209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B344F2-673C-4678-9424-D16B554E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77718-4523-44A7-8EF9-ECA864B7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agent inventory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122D8-F48B-405B-9553-9B9C39CA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AF4C54-40E5-4A52-9680-B43BF57E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AF892-4EF2-4D16-B08C-8D83BCF4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capability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CA90C6-551D-4A66-AD2A-96407854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93E7A1-3641-4D55-B199-623B5D28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07F84-4306-4106-ADEA-9B2F3983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metadata update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C2F27E-A37F-4142-9301-3A8079E3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3A049-07F6-4413-9030-20D38F52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DBA4B5-2656-4455-9CCE-6EC0743D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controlled execute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312B3B-25AA-434E-AD94-8AAFEE19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EF434C-7A87-42A7-A648-4272BCFE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701783-BE89-4219-92B6-8977DE5E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C7F2F4-0E1D-4596-BBF3-99F36E08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scope ছাড়া create নয়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B0B0BA-D602-491D-AFB0-A084C8DE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416C05-0D09-4E73-B161-12750BE1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BF0C49-E091-4504-AC80-78C7392E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E4EABC-0AA2-45A1-8769-634AF765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response validate হয়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64548E-5B7E-4352-8CFB-C0E07802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18B594-417B-4575-9D58-209FA1F0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8A2071-87EC-4CEE-AE3B-A84A265E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9487BB-00F0-4B6A-AA87-0EBAE0BA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operator context থাকে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1D41B3-41C7-4BE7-A443-6BDA552B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445F4D-02A1-466A-BF35-AA540AA2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991505-713F-49EC-9BAF-29EAA143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530112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6DBAF9-EFBF-4B15-AB9B-F68841A3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69145-4FA4-47C9-A9A5-2D67A8A4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  •  HighLevel-চালিত গ্রাহক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FB9AD-AA3B-45AF-A61C-4D73E09D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AI Agents Guidance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5A0A4-F230-41DF-8B45-5738AD00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2339B-5822-4899-BE02-4BB1A8BC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D0043-6A1A-4B8D-96B6-9B598056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নিয়ন্ত্রিত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27885-6BFD-4DD6-84AD-64AC38B6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FC0F1-D33C-47E4-A12A-70950849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HighLevel-এর relevant agent screen-এ যাওয়ার guided route দেয়। কোনো integration সত্যি চালু না থাকলে platform মিথ্যা connected বা enabled দেখায় না।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20472-2A0D-4469-816C-B2335306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45EC4-213B-412F-8D41-1A678506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6B386-057D-4335-BEB2-CA88C5BE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নতুন operator ও setup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51DB1-2D55-4B7F-943A-ACC7439C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65D9D-B99B-461A-B6C2-93148279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F4142-9B16-4F06-9CDB-0A2ADA0D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AI agent configuration-এর সঠিক জায়গা ও next step বোঝা।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05EF6-435F-4ADB-AF7E-CEFF4627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1B8B5-0311-4503-A694-43390418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DC43F8-D0E8-485D-B16D-4612F00E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5D70E-4986-45AF-93B8-AC70AD2A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7798AA-BDE3-43C7-A198-5F1CD250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9DC12-3C69-4F4A-B556-5BFE2658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CFE85-B637-4C44-B6E4-C8BD7BC6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agent type বোঝা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8C607-C662-4DC7-AF5A-AE796E1A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8719D-0C41-4589-9D24-1BA8089D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08555-EB87-41B6-863D-EACB4FC8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readiness দেখা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ABDD5A-4D9F-4075-AC67-A6DB524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B16426-6226-4E09-A897-D1032974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D4A727-A0ED-42A4-885E-BAC7978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setup guidance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E773BC-40AC-4CE2-B3F6-6230F71D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05932-7E33-482F-A16D-B5A38935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1C0061-1732-43A2-BD90-218CB241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GHL deep link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CD368C-8040-498E-93F2-00162088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C78B8B-FEB7-48AB-981E-992C28ED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B96B-F31C-437C-B2C7-894AFE12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7121F7-B73F-41BD-B559-56AB305B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enablement দাবি করে না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3763A0-6246-4952-8172-85A14C32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49DFA9-5C14-4DCA-9C1E-F15E1D7B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76E0A6-9A88-416D-9784-B22FE2D8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622EAE-834A-43AC-BBC3-A05B269E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human verification দরকার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94FB39-9E1F-4549-939A-0C11CB70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A5BE5A-C067-4FEA-8D77-8EAAE27E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CD0AD6-721F-44BE-A75B-CD4E2DC9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6327D3-1ABE-4DE7-9903-993E8295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guided workflow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32C024-4256-4831-9272-D72FD7CC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B45B03-AF49-4A4D-B97E-E8600E9A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DDC6F6-9435-4127-B3BC-85DC19CD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089248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3CF3DB-E74E-4C7C-8ACC-30029D45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91826-FB14-418F-AD3A-3AD0FCFB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  •  HighLevel-চালিত গ্রাহক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D8176-5A1E-4AA6-AF24-753A0273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Integrations Directory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CA771-DEF2-4AA5-9428-4FB64981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7866A-9669-4F02-9B42-B9A7B8B8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F2FC7-4FA3-4AE5-A639-270ADCBA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নিয়ন্ত্রিত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F2447-5575-4DE7-B6FE-77202133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8604C-4C8F-42E4-B2E6-E8A4C355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Business-এ দরকারি integration-গুলোর উদ্দেশ্য, setup নির্দেশনা ও trusted destination দেখায়। In-app OAuth না থাকলে connected badge বানিয়ে দেখানো হয় না।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945CA-C43C-48B3-B772-1283DA40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600CE-5FCB-410C-969C-872E704E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E8F50-11F3-4A1D-BA61-16CA668B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Owner, admin ও implementation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B80F6-3E15-4563-841F-86B76B31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4B771-03DE-485E-82FE-F2771742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641B0-3A0B-4FEA-97C3-0B02FDE2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কোন integration কেন লাগবে এবং কোথায় setup হবে তা স্পষ্ট করা।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6A64F-B1E9-401A-A204-CAED4326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538BF-CDB5-4860-A5FC-39F58187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2AF985-D25B-415D-9C92-C35B41FF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3C68D-13AD-4334-B108-578C7EA0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87230-EC98-4075-8482-EE59C8AB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06925-3BD2-45AF-AD36-42D85189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8C23F-9625-46C9-AD54-8178E226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integration বাছাই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B8245E-FA54-46ED-A635-04E08D6D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D67D3-2409-4A2D-BF5B-7D41CADC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DFB381-D206-4B0C-AD5C-5BBB41FE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উপকার বোঝা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860E0-AE38-43CC-925F-34ACEE16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A25BA-C936-48E5-9B32-8312AB83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AF5BBC-C72F-4EEA-8F34-E82F52BE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requirement দেখা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828B87-2963-46E3-A04B-3F539BFA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AC917-7CA2-412E-8253-B3DA27CF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7E3236-719B-4D4F-9770-D5B45A2A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official setup open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63BBA5-03B4-4B1D-A857-4646706D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06C835-6016-4E30-9BE1-D44FA7E4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CED95B-AB4B-408D-9034-1412C163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1D7A2E-9460-403A-B5FB-0C0B7792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fake connection নেই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893C08-0724-4D77-88E6-12AF4F91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7905C1-BCDE-4214-ACB3-3EFD4010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A25E12-3F11-4671-939E-FFCF0864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AFE892-2E69-49CE-A2AB-EC528506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secret browser-এ নয়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7F8EA2-CCE7-420E-945F-98A5BB24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EC9002-DD07-46E5-A801-700A76BA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DAB126-3F91-4BCD-991C-2F61B328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C995DA-556C-41C1-8E55-78920F08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status সততার সঙ্গে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152E74-6342-43B8-9217-34B784ED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9E2A73-F9DF-4FC9-B7FD-F033105F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71A692-CFD1-4DC5-8558-FFEFB73D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156636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069FE9-D73A-42B9-8460-720EA37E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2243E-C3E6-43DC-B42B-FD8CFDFD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০১  •  HighLevel-চালিত গ্রাহক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8E9CA-D735-40C3-8E4A-F27DD9FD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Commerce Buyer Sync to GHL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FB314-A325-4C0F-AC12-6979E5D5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6F221-3529-4ECF-B2EB-5E96A275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4E88F-2829-42A0-B865-056A01F5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ডার্ক / বন্ধ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557A3-53E1-4421-B94C-9B7283B6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72360-C533-4740-AF66-D22DE89E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Commerce চালু হলে paid buyer-কে tagged HighLevel contact হিসেবে sync করার boundary তৈরি আছে। Payment নিশ্চিত হওয়ার আগে buyer-কে paid customer ধরা হয় না।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AEEBF-7CE3-44E7-A375-8EC59EA8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12CD7-8B0C-4716-A40D-AFA20A28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C8CCC-3D6F-4089-8159-59A96106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Sales, lifecycle ও support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83E96-02B4-4540-BF0D-F03CBC42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722B1-25CC-4359-A586-1BC442DD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02838-F2FC-4B77-84C4-AB7249DF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Purchase-এর পর CRM follow-up এবং segmentation।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038A2-8512-4C9B-886F-90404704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82650-7F42-4105-AB25-9DBE30F7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54F206-1F14-4BE6-82F5-6DFD0A10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9B1770-A274-43DA-9389-C92C3371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C847F-C6E6-4299-8045-7B66F252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75D31-A965-4BD1-B285-CDBC062E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46EA2-A28B-415C-B55A-D6B41C3A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order paid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B0DBC-D99A-4D9C-A567-FCD72C42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6327-E938-4502-BCDB-B7F6AF4E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695E53-128B-48FB-B8C9-B6EECE75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buyer normalize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094059-155A-4DB9-994B-17C6A3E3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5F911-1F1B-481C-AC30-58F24FB3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8AFF38-32B3-4F06-9B9F-1D7879DF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GHL contact upsert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030111-17B5-40B9-92C9-08E922CA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282510-535A-4F63-8ECF-C4DB6030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AB56B1-C3E1-48FF-AA94-849D40C0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commerce tag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1E6E37-E330-4EBF-9C72-A7873D66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27F955-F1F5-412B-9FEA-F65B05DB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E1592F-0E12-48AB-A25F-9E396848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363DC6-F246-49F4-83A4-C23335B2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payment-first rule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C2C354-AE91-4FDA-83EF-42E219B9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FD7FFF-CE7C-4DC9-85C9-AC46BABD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307AA2-27B8-4988-9E35-770B44B2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24F60E-D7E4-4174-8A19-33B02C39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sync failure order নষ্ট করে না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7BBC9C-36AE-43D5-B3F5-9B6BF048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0E2360-E792-458B-A347-E3D65AA4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67AB69-255D-43CD-AEF4-34A52122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7569EF-9FE4-4BB4-A014-46E12B7F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feature flag বন্ধ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EF1317-D6C2-4BCE-AFE6-1EEB1DBB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E40049-28EC-4343-A649-E5289D76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6B8DA6-69EC-440F-BCAF-C57970DD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2006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AC5C7-036D-4555-AD32-305083A2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4A844-BD20-4DF1-A6EA-4BF0E538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209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690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০২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17351-FD43-4943-9EC0-77F04B17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36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নিজস্ব টাকা, সেবা ও অপারেশন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3305C-DA70-4A62-AD70-AEF0FF25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800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Wallet, deposit, credit, udhar, card এবং 400-service catalog—UNREAL BS-এর নিজস্ব layer।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B078A-1935-4AD4-81DE-359331F6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E735D-3814-4FAD-A5AB-4218C6BF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435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৭টি বিস্তারিত ফিচার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3D840-9E43-437B-9025-A9D5DD2B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F2945-35EF-46F5-A26B-5E150438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E0342-0C9E-4ACA-A980-88CF5357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033567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4677B0-8DA4-4022-8060-74B2DFBC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12D05-1B55-46C4-94E5-128743E4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০২  •  নিজস্ব টাকা, সেবা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7595E-0C5E-4842-AF88-8344A1F7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Wallet ও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50D94-AA08-4151-A7FA-93A3F502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EE75B-35A8-4F44-97D1-FFE3DC19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0944B-D9D9-40B4-AF31-CA42BBA6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C45C4-11D2-4EE8-8BCE-D56AB89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A0464-BCEC-4E42-93F1-A5542A49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প্রতিটি user-এর balance এবং প্রতিটি credit/debit movement ledger-এ থাকে। Dashboard শুধু মোট টাকা নয়—কেন balance বদলেছে তার trace-ও রাখতে পারে।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2EB20-CE55-4BA6-9459-F01C9EDC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D8968-9827-42A0-ABF9-0314F2F8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3BC2B-D2AF-4B9B-8E56-A0005648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Platform user, finance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AC85C-4B9D-4475-8EF8-51B20A08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102BA-01C2-489E-8AE1-8B389666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3FFA8-DBE0-4BDA-AAF7-F5796BD5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AI, card ও service খরচের একটি auditable টাকা-কেন্দ্র।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52551-FF06-4174-8E51-5455F932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B29B9-5FC2-4AA9-B3F0-59F714D0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FF678-276E-49C1-A347-0CAB4C5F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954EF-3E4C-4AFA-87B3-9E134E2A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A272D-A79C-431F-8232-1147A212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70636-F04A-4EB5-9BB2-B85A1241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247161-F09F-4937-9072-85A45C68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balance দেখা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3EBEB-217E-4016-A2B6-12E65DFF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BC2F8-2F60-4EDD-9CD1-4091360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3279E-4602-4540-8A2A-37158FDC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operation শুরু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15C8E-A8C1-444B-BDAD-180AE1F8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DADDD-5021-4C7B-B21E-47E6C72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0B333E-E302-4529-814D-285BD902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ledger entry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4155C-81DD-4452-AD70-5F4F1481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028D95-AC0D-4DFD-A15E-40920E92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3CAB8D-889B-4A66-A0AE-61F5F95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updated balance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981780-3023-4B58-8D96-8434AAD9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91D1D0-FB0F-4CEA-AC67-32F2AD38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6B667A-F35C-4825-9D7C-B9C4F7F2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9B75DB-C9DD-428B-8E7B-0CAFD813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database-backed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C967FF-D7B9-41DC-987F-50D65263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6CF9F-03A9-4CBE-9F84-D906A012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1EC040-7E6C-43D7-85C2-729699C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4D6754-8569-445E-A0C6-3EDA0F1C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server calculation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8A90CB-6123-4381-947A-B6DC3B40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507A83-9FD1-4997-BC30-5FB38051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3B743E-7338-475A-B517-C1C274CA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6EE79D-4242-4DAC-93AB-DAA25E85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history traceable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C4AEBF-C3FE-4534-A3D3-9FEC0770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BD4E92-FACD-47C6-AD82-2943AD38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CD2996-484F-4C80-B79C-05841E00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071913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3C94EC-AA7E-4F83-90E7-731EF0E9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2FBF1-B66B-4773-AA2F-B7ACAC63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০২  •  নিজস্ব টাকা, সেবা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8E31E-F81D-46E5-9016-1F7D1631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Deposit Request ও Approval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7B0F2-0A89-406B-AAD5-3301AB82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E8263-42ED-4D4D-851B-277E70E2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98E5A-9CEB-4A19-B982-A1C9157A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6E254-0E8F-44D4-B570-EDDC6D41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A93FF-BC3F-4618-9EBE-3A3A6A29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User টাকা যোগ করার request দেয়; operator payment evidence দেখে approve বা reject করে। Approval ছাড়া wallet balance বাড়ে না।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77561-4879-422D-B442-5704DB90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FD14A-944B-4894-B00B-F55FA276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B0513-A4F6-4767-8B57-55A79D97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User ও finance/admin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FFD38-8A2D-4B6E-8B49-90E34B64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3116BB-E5D5-42F9-8140-6EEBF114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2BCB8-9667-4E2E-8CA3-0BFD16CB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Manual payment market-এ controlled wallet top-up।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680ED-B2A8-44EF-9A7F-B4B6CC02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C5DEF6-B807-461B-B500-EEF846AA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AF9BC-E66A-4D8F-BD26-FE6A988B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83492-E291-46C0-A99F-EBD7E2D4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122F8-4A84-4F87-ABA9-922BA0D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DB7AA-FEF8-49B7-AB79-BDD800AF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479D1-BD08-429B-9D57-9CA39BEB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request submit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A4362-D4DD-418F-83CB-D66E3673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A3D5A-4E3E-4F9C-8068-48193829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E3B1B6-98E3-4D0F-8492-B394F7B2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evidence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609C9-4889-4FB1-82C4-D9D005A9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A67FE3-D1F8-4B7C-B683-2F7924BD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960DE-6A77-4E81-9B93-A6FAD586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admin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B6760-A5ED-4713-A12F-FAFEF620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C5FCAB-A412-4F0C-AD25-E3AEDA7D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C87563-B028-41A7-A0C2-727897BD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ledger update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15609-F324-460E-9127-4CAE24DB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DDAB31-EA7A-4E50-8F63-E2BE6B77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24616B-BCFC-44D5-80EF-C550241A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456A0C-9E5B-4889-81F5-5A39B730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human confirmation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E2FC12-9A2B-4883-96CB-233726AC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42BE91-09F6-45F1-BD4A-2E9CEE7D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6DD3E4-BA70-436F-90E9-4AC9F0DA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798282-D0D2-4509-A7FB-6ECE0232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duplicate control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DA1850-74B9-4DC1-BB75-90A86502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31D2F8-5B51-42F3-8E58-FC235E31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7DD301-7B2D-4CD4-865D-F76A9563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1F5DD8-389D-4107-83C7-B8007C6A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audit event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C0F7DA-C2BC-4C0A-B028-4D4457BF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E729BA-4991-41FF-8331-F62ECF94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21E156-3DAA-465C-8887-C61D0945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104335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208AC7-39BF-45D6-9C86-153FC8AD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E38F3-E311-4052-BC52-82B3D8F6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০২  •  নিজস্ব টাকা, সেবা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8739F-6010-4DEF-BFB0-40715161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Credit Bundles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04E11-CFCA-440C-AB5B-373949C3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425CD-9263-4BFC-B493-25D420EA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EC44D-8A09-407B-A503-54269F89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38241-CF41-4475-A715-122CE622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B82D3-DDE3-41F4-80DF-445D4183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পূর্বনির্ধারিত credit package user-কে সহজে wallet value বাছতে সাহায্য করে। Price/rate admin control-এ থাকে; browser নিজে price নির্ধারণ করতে পারে না।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6BDAC-0A0A-4B3D-8885-E44BDA9C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67043-3673-45FB-BD2B-AB2DC65E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8DA19-4439-4CFE-BFE6-D8053740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Frequent AI/service 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C8E2B-7E21-4B99-97E1-6CFEDDC7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7DD5C-D443-416D-B0CA-DF1AB86B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363C5-127E-4AC8-BA89-1BFF752F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সহজ top-up choice এবং predictable usage budget।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17872-BC2A-454D-B232-8D3ECAC2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318583-FDF8-4D93-814B-E2522A23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919F8-8CC2-4443-A523-488FCFC2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566BA-55D2-4F07-85E5-D3ED662B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BE0E6-B01B-4E45-A0FA-0A4EAD5A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94A99-8C65-4C8A-AC08-9FCA80F6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BA444-416F-4842-ABA4-25A0E14B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bundle দেখা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09A23-9452-4ECC-81CC-1A60C5B4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432A8-4BBC-4640-A13B-C8420E8D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7784A-6EA4-4F14-A883-FA8D1792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package বাছাই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73389D-C299-485D-BF21-CE25D5D1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DF4C8A-8BEC-439D-B438-C8CDB03B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35B8A8-47FF-4A09-91FC-550DEC88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deposit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84B3A4-13D8-4114-B7A0-B4F64B89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0829F0-76AE-4E47-B618-B31A190E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FE9AF9-BFA1-4101-B0DE-C28944B6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wallet credit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3EEF23-42ED-4541-B3F6-9040A550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1F17A4-A268-49A6-AAAD-5BC860D0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09A95B-2C30-426E-B3FD-6083F037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5C4252-C32D-44D5-ADAB-60E63D6A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admin-configured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D700A1-E9A5-46FD-A0A9-F74DE960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4DEEB5-037E-45DC-97FB-67748765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C5A81A-77F8-40F7-A855-C5A02394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729643-3C85-4515-94BA-8679C185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server price source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E19F34-B04D-4907-BDDC-1922ED4F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A7273E-9F8C-4B43-A5DA-60356BA8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1D4151-4D0D-4EC9-B21B-94B8DB10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2F86C3-3EA7-4E2C-BDCD-C235ABBC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bundle inventory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C26A64-2E18-499A-A606-A0F38F8D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3D3AA7-1FA3-4CD3-AAB2-B0D56C17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FAEC6C-D0F5-4E17-B9DE-19CCAC00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353075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FEEBC4-A63B-48B7-B691-B64B8D16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0604D-D06A-42B2-A665-9AD0F55F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০২  •  নিজস্ব টাকা, সেবা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40453-30B7-4459-8EA8-E3812CCC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Udhar Khata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B9EBA-2E3C-47C9-AB7B-9F8CD0EF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071E3-625B-4D8E-A760-4900379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A5BE3-A221-4E17-9B82-7E1C8054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4DEF1-09C4-44F4-9E4B-1DD30552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29FFA-46F8-47EA-8B9A-5769517F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কাকে কত টাকা দেওয়া বা নেওয়া বাকি, কবে payment হয়েছে এবং কীভাবে reminder দিতে হবে—এই ছোট ব্যবসার খাতা digitalভাবে রাখে।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0BBBA-0EE4-4F3C-8BBE-B3AB9B2C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AE964-D498-4EA3-AC2D-CD25A026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E9654-87F3-4884-94DD-880B47E9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Bangladesh-এর small business 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527CA-4F73-48C0-ADC7-81BFABA8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14DF6-B65F-4DC5-8287-6F49938C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2A0E0-A6D7-4E15-936B-86746C79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কাগজের খাতা হারানো বা ভুল হিসাব কমানো।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6D0E1-065B-43BB-839A-5688D0C6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CE71E-D4CD-459F-90CC-38C50A08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253A3-8541-4814-A511-49CA0914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2BC60-28B7-4B83-985B-4BC07A5A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7FCD6-6282-4C55-BDB6-592F1730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AF705-CA09-4E1A-8464-BE7DC4D3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30C98-F2B0-4D28-B91B-D7FFBC62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debt entry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9188E-567C-4F73-A2DF-4855B097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2ED3B-643B-4346-9B32-38FBF140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7A977-5C0A-44A3-B672-19D6982A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payment 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397AF5-BE67-4168-AB17-210FE7D1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892C2D-A333-478C-A704-18E7D59A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F350FE-6593-472F-A982-88B5A732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remaining হিসাব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FB8147-D269-4DB9-854B-54EDA903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71AC08-B1C4-4B1A-A9B2-65B35C40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3B3F58-F0E3-4178-B599-5FE63F18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reminder পাঠানো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9F61D6-EC95-4A1B-BF74-B3F840F4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80CE95-18BA-40C3-8F98-6A474BC6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888BAB-1783-4F41-AE65-B22A2AA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F2D72E-AFE0-4214-8BCB-6E029E1A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WhatsApp/phone shortcut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F7EB5D-7D07-4E26-96FD-00D5A56B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727E32-D46E-45EE-A4CF-55F00A1B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D24876-E66C-42FB-8D5A-A4CA3902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B59B6D-A632-429E-848F-7030AF06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partial payment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198024-78ED-4674-BD50-5D3E03A7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4E768F-5C87-4758-8DBD-97A1D70F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76C66F-420B-4258-B700-342B64CA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DB1780-1B6D-4D14-AD30-8D6526A6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wallet থেকে আলাদা হিসাব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A4AF5B-6AF0-4EAF-85F7-80FDE60C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02B79B-A8DF-4301-8A53-14A86CFE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A51D51-E033-4C05-A31D-EF7D375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715965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02FB4C-5110-4128-BB1C-33A76D35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640FE-A4F0-433B-9269-E153754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০২  •  নিজস্ব টাকা, সেবা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361AA-531A-40E9-BC36-44D7F84B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Virtual Card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D482F-7513-4295-86C8-A45F7857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0D70B-0F74-4016-9383-AA6C37BC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AFF17-6F27-4EEA-8510-9A45BBF4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নিয়ন্ত্রিত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2E50F-BAB3-487A-9B7D-C123D235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9E286-0336-4053-B947-C1C1C9AB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User virtual card request করতে পারে; operator card assign করে এবং প্রয়োজন হলে wallet charge নেয়। Sensitive card details দেখতে আবার password verify করতে হয়।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8DEFA-DD33-4CF3-8007-6F98590E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B777C-0D42-41B1-BFC2-B1E77D3F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E4D35-5B1B-41E1-9D6C-077AE4AB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Approved platform user ও card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94520-9503-4A40-A89F-9EE0BF82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8198A-370D-4002-B7EF-32327DE0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D7A59-8251-44C9-8D0C-496F83F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Controlled digital-payment access, casual credential exposure ছাড়া।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067BD-BAFD-4FDD-88B4-3FABB501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CD02E-ECB2-4CF6-8F60-32E65A5A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D5670-0883-4D39-8A1E-21E7A58D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D4603-4362-4548-8DAD-86E01844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B6D5B-A295-4B70-BC69-FB45D852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87042-2432-4FF3-80DD-9F408009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AF019-933C-451F-8D89-C533934F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card request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2B376-FCB9-4B72-A320-974BA26B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DDA6F-7C0B-4EF3-93AA-36068487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24710-7C62-4EC6-8624-6F7850AA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operator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49BBF-4014-479C-8769-EDD89863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0BDD86-26F7-4A1E-A222-6C736322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6BA3F2-3313-4953-B6DB-9D38C99C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assign + charge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BB6E61-A30E-4DDA-9810-C2934E8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8B5238-FA26-473E-9929-4671B9BA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1D8665-0129-40FB-A476-1A401FCF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step-up reveal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EAACD0-7CBE-4161-A990-EE05FB39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21CDC8-AA9B-4F1F-A34A-7DF3FCB4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D355FC-E311-4DE1-963E-A33D8DC3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CB27F3-63D6-4A02-99BD-545EF1FB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encrypted credential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F0F732-BE86-4AC6-8979-ED8E3E98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DBEE5D-F219-487E-B540-BED5C818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9F541C-0E2F-410D-A3BB-98F160F6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AA56FB-1E4D-4772-91AC-CDFA547D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১০ মিনিট reverify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D9D3B6-B83B-4FC6-97D1-079EA9C2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E605DF-E4D9-4EEF-9C00-28550D4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FDC550-199F-49B1-A9AC-14764E3E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A3E4D5-AC9C-4BF9-AF74-E98B1B71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assignment audit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0C7047-E0F9-4D27-A152-9FB82199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787AE4-7CD4-439C-889E-B97FE467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B351F2-B653-4105-97E5-A9AA9137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618995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04B6B2-B0EF-4AA2-BC6F-4C703CEA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07EA0-5D63-4118-8CAF-4D4A3E81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০২  •  নিজস্ব টাকা, সেবা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0A70D-4873-4470-AF01-0E836201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400 Services Catalog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6AC21-1DD6-468E-80F7-AD9B9B07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58D90-90B8-47EC-B778-7ACFC3DD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D9C05-2708-4C19-ABFD-E692D43D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C2284-CEFA-4093-A392-B7CEB43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433CE-A2AB-4DD5-B6E6-1EDF1C3B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বিভিন্ন business service একটি searchable catalog-এ সাজানো। Fulfilment manual/managed হওয়ায় user service বুঝে request করতে পারে, কিন্তু platform তাৎক্ষণিক automated delivery দাবি করে না।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0FC3B-1DEA-4F45-AF1F-D3F2C942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56522-DC4F-46ED-96CA-6BBE68DE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C30F9-896E-41BF-9C0A-FC90901F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SME owner ও service 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F74A8-948A-4E18-AE06-1B786F34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3BA89-4B16-4384-8206-4A99898B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C1C8A-51BA-4488-8CC2-B508AF89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এক জায়গা থেকে প্রয়োজনীয় business capability খুঁজে পাওয়া।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B86F78-8078-4D7C-8202-05F513E2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98BE6-C20A-4248-A9C6-46D4BC3B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97ACE-0775-4589-98A5-B0E43375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7A4D7-DBF3-478A-90B9-B5EF98C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50AFC-10A7-41AE-BCB1-25DBEBAD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EBDD1B-E743-4F57-8B77-7E67B4CB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8F5A0-928A-4B4E-A17C-B95ED155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category browse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B8B95-D8C0-4492-B342-C61ED48D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EBD53-E765-44E4-811B-90900912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7F4EE2-0DA0-497F-B850-EDBDD618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service detail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FA3AA-7A0C-4503-B15A-0B5D0122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08587C-223B-47E4-9533-A9D831E1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20EA7-1E29-4E70-99A3-770F270A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request/interest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0071A-AFCF-4495-9E5B-04C37028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4854E2-CB60-4329-996B-A456CDB8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690D9D-FE14-4474-A959-45BAE253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managed fulfilment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DB2707-2FD0-438B-9509-3A217813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C63212-B0DC-4D49-A617-9E0D45F1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4077E5-1A60-4214-93CC-B7423475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73BB3C-4A73-410A-BE03-EE80E6B1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400-item catalog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606B99-D645-46CA-90E1-3771017E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DE07A0-7A01-46A9-B4F0-E7947BF4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E20589-0AC6-436A-B717-0F133C42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ABD98D-E361-4A9E-90F0-4C81C99B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manual fulfilment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F2272D-446A-44B5-9429-18537EDA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1A2268-C958-4497-92BF-63788272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8FA05C-62AC-4E2A-AE88-D38D054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75D821-AE3B-434E-BDA3-E69DED90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false automation নেই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B2818B-6E4F-4164-9A46-5D5A2A36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176D7A-F916-4CAC-99B6-F2BEED99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5A79D8-16F0-475D-9B26-350634D7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83551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E56A2E-2ED5-4235-B3B0-733C47E5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E7592-68EE-46E3-AEB8-B485E13D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০২  •  নিজস্ব টাকা, সেবা ও অপারেশন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E258C-000A-4228-A08C-0E4BFCBE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Settings, Upgrade ও Error Logs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5F551-83C2-4185-BAAB-059A71E9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C5E7A-D2A2-40C8-B052-47BA6682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F1EA5-F3CA-4A73-B208-9127D52F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নিয়ন্ত্রিত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57327-5D10-4B86-9F7C-824F73AF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678FF-0A93-4315-8516-A2592188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Account settings, plan/upgrade context এবং নিজের action-সংক্রান্ত error visibility দেয়। Sensitive configuration admin/server control-এ থাকে।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176C1-817F-431B-821F-7229C109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29FBE-6293-430C-9D67-926E9044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749F4-2FB0-46B9-ACEF-A1990C81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User, owner ও support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83E10-477C-46B2-A087-F060EC64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B49F2-FAC0-4103-9D68-02D78235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47D0B-FB66-4D51-A46E-A43D5688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নিজে basic account control এবং support troubleshooting সহজ করা।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515F6-DC08-48B8-9C37-F522BCD0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3DFC8-F8F5-4E31-8D58-6E916A1A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E9546-EB76-4B85-A8CF-33D21E38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1289B-40B2-4FF7-A9BA-71574F14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69B77A-479E-4A7C-BD47-BC4A67BE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2E5CC-70DD-4870-AEAA-297EDAED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FA887-1F85-4566-ADF5-53208CA5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settings দেখা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ED454-E7AE-44C7-A8C6-C33AC4CA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9B9A03-3F0F-4EC5-95C7-EECE1230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C16765-A533-4597-BCD7-E5B139A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allowed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1FAC5-461D-4F88-965E-E88C5764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E3D0E4-12A1-4263-B562-FA0153DE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3A5465-A784-435B-9E4D-A80F018F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upgrade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1AA688-32DC-41E7-9F6B-45A2E2B0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46B620-335F-48E3-BA19-08C3B212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97C8C8-7CE9-4048-A857-2874CAD8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error trace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F93C6D-507F-4371-8C9E-032C066E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DDC6C6-28FD-43E1-903D-F1451ECC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32F41A-06DD-45EC-84D9-9032AF46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DB68A7-EF77-4BAB-B15D-5260EF11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secret দেখায় না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1D5E29-D0CE-493E-BA0F-A6ABCEF1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72192E-82BD-4384-829A-5ECE2AAE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ABC70C-B4B7-4D0A-9D7C-D0197023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FE78F2-2B22-4942-83A9-62F9C5B9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user-scoped log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581F1B-2D1A-4D13-B9DD-2BDD00FD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C0DC11-BE68-48D9-B313-A837000D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DAD471-D306-4F6C-A572-46E093EC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D8C9FA-5A6B-47EE-B073-1F59FD13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privileged config আলাদা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FE1DBF-3895-4677-8D25-69A7DC63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DD264C-CB15-4760-B397-90466FA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9CE58A-0657-4BC0-9CD2-E2DD24C1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932534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706A0-0481-447B-9370-2F9FBDA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D8E44-199C-4E00-9592-6403AC45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209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690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০৩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F7CBA-08DD-4E4E-9A55-9C0A1DE1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36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AI ব্যবহার ও সফটওয়্যার নির্মাণ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11240-FCF8-461D-BD3D-51637B96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800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একাধিক AI provider, খরচ নিয়ন্ত্রণ, search grounding ও app prototyping।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1A2BE-596D-43DC-8BC5-4A79D293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5DF5C-084D-4A25-809B-6D4E0800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435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৫টি বিস্তারিত ফিচার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23AC6-9FCD-4F01-9E58-B9520ACF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4C8A6-52C3-4B40-9983-F45ED01E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5E119-6F6E-4BEF-AFD8-52BD2868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492502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34BEA4-88F9-4B5E-AE6B-2560AA26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62807-FB40-4CAC-A1D6-7A9FC15D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০৩  •  AI ব্যবহার ও সফটওয়্যার নির্মাণ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3942E-0700-4F31-A256-2F3C3852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AI Subscriptions ও Multi-provider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17827-A5F1-4F30-85D2-E0A3C127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5742A-F875-4C29-94B6-CC65B737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79116-75A3-430A-8165-DD9367A0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4FEB6-38BA-4974-9849-EDAFDF41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952BF-0957-4817-94A2-D671CE57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একটি interface থেকে OpenAI, Anthropic, Google, Cerebras, Cloudflare, Hugging Face, Cohere, Moonshot ও OpenRouter-এর মতো provider adapter ব্যবহার করা যায়—যে provider configured ও available।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197D6-E59B-42C7-B833-3F468C78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1BAC7-7429-4C6C-BA21-A4F442EC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76D23-2A8E-4AD0-8ADB-D4C90B61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AI user ও business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75EB1-7471-49B1-B846-D4AB1F20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3030E-37A8-411C-92C9-9A85893A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C7E80-F92A-4770-B076-923F1D1B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এক provider ব্যর্থ বা অনুপযুক্ত হলে controlled বিকল্প।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F91D4-6E9C-4616-80D0-1DC66815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407EE-4409-4AA4-9AD6-AAE8DB6E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39E492-4218-4641-9C11-1945AE05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DF927-B97A-4B0D-AEDE-2229E8E7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4061B-462A-4CB4-A82D-3B36C94B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FD899-0742-408C-8B54-945AD005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FBE8B-ADE9-4924-BF1B-91B4EFAF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model/provider বাছাই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92767-8D47-4A2F-8616-05D1B9D1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7091B-E0C2-4616-81D2-6FFA410D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4E521-D200-4ACB-9EA2-19FB5D41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availability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03B37-FB44-4894-BDA8-075E8A40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3003BF-2191-446E-ACC6-4BD82574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3FFB9A-993A-4E55-A248-CE50B6A7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request পাঠানো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32A71-ED9E-4FB9-BB58-0A3832D1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93DA93-C34D-4861-B288-6AC7133B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4F6CAB-FD20-4B16-BC61-BB6594A5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usage record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96CA7F-836A-45D2-9B7B-938D6330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640013-6A08-42B4-81A7-DEFE504E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8E0A3E-64DC-478E-874E-164FC4E0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0ED19-04D8-4F5D-A7B1-079ADC1C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real adapter boundary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5DDF76-EDCE-4821-AF8A-01176F00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C13D18-45EE-4C46-98B5-7326FFFC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4969C4-F768-4973-A741-34C9C57E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7C2AA9-4B78-4C86-B190-FD143D95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unavailable state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7A2018-A44D-4E92-824E-41B83BDD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02FAC4-C7D5-4E5A-AFB5-2DD6D6A9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AB685F-736B-45ED-8842-60C6B589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3853B7-9CC2-4E4E-8BC2-C51E23F5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server-held credentials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98081C-4B6B-4FD8-8722-769C735E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0ED0AF-F276-443C-A78B-4FDB7170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5FBA9F-3CB0-46B8-B565-A66F0DA5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203958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29AC5F-E9E2-42AE-9D1F-F2161458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D4042-8F0F-47F9-80B5-C96F5AFA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০৩  •  AI ব্যবহার ও সফটওয়্যার নির্মাণ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E9B0F-079A-45C2-9FB1-2B3498DF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AI Billing, Free Allowance ও Daily Cap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5746B-18AE-4042-B358-D87A891D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9200A-3FF8-427B-94A5-C97CC785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8067F-6384-4951-BBC6-EE29004A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17B73-FF97-4B58-BBD2-FD75F6A5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37AEA-4E37-4041-92E8-CAD5FB72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Token/usage অনুযায়ী বাস্তব খরচ হিসাব হয়। Free daily allowance, wallet affordability check এবং daily spending cap user-কে অনিচ্ছাকৃত অতিরিক্ত খরচ থেকে বাঁচায়।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7E1F0-40FE-46C6-BD23-7D0F578B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2F097-6EB9-4536-A74D-6ABC40D2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1D02F-863D-41FC-AE3C-9B69D935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AI user ও finance-conscious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F055C-251B-42CA-BBA4-BCD1961F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5E74C-3F41-472A-A18E-F321F461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D4473-D3A7-420D-897D-5C9510C1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AI ব্যবহারকে predictable এবং wallet-safe রাখা।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D5205-FF8A-422B-B4BD-894CCD9C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CED3F-AE1D-4B23-8073-9C3CC5A6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D5DA3-1967-471E-B9B9-AE744494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CDD6D-F964-46C2-A4AA-0BFD3CD0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0171F-7B15-4EC2-ADBA-4A0C071A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519A9-48B1-48D7-9EBB-EEEB3815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BDD76-DFD0-41C5-93FA-6B34796C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usage estimate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37F1CC-921C-4F33-8E32-E04358D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75340-5CBE-46B3-96FF-94950BE6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6AC52B-55A0-4BC6-84C0-D30BE0E8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free quota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CF2E6-B11E-4536-AD8E-42F5EFC6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3DFE5-F3F4-4DDC-BED7-76966D76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F758CD-CD35-431F-AE65-53461BED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wallet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1FE19-3334-4FF3-8A8C-4691EE76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5313F7-CC5E-4B52-AE81-5DEAA2D2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D2AAEB-88AD-4166-B17B-1B361BB5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cost ledger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FB55F7-98E7-4666-BBA8-3E2C01CE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676766-4213-4B05-8AC0-3E7B291F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B54C29-1E55-4B66-9E88-337A0B9B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854586-5C87-47AF-A035-3CE35D24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browser price নয়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2EEE73-5557-4A8C-8FD2-C90B54A8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61AFFB-E8BC-43A8-AC5A-57DACA68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D674D6-2069-47DB-A400-627712E4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1FA49D-D850-42D8-A10B-2F4776CB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daily cap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7450B5-9790-4D11-BC7A-6CA6A98D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88EC97-4774-4EAF-B27F-F5F02C5C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8F639C-A02A-42E6-9C2C-76F4334B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7141D2-1BEA-4BCB-AB7B-A809DABF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insufficient balance state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BCD1CE-B243-4243-8526-FBEFD9D6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88D1FE-7663-4731-8327-5C94072D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0F8AE9-2595-4710-A3F2-4D5E6A07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085825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C074E3-AC86-419E-ABCB-8EDD1C9B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125FF-F4B3-4B5A-9E12-8540FF30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০৩  •  AI ব্যবহার ও সফটওয়্যার নির্মাণ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60BE3-B27B-430C-AE52-00078D98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Search-grounded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E5FF7-E0DB-4338-B347-3ADFEB14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33C2D-D9CB-4C30-8D88-1E3EA467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B2834-7CC8-4376-ABBA-524CD60C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নিয়ন্ত্রিত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85265-7AF6-4B6F-B3F6-E8586A09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EF9E7-8FEF-42DD-B777-BDC90FB1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Tavily configured থাকলে AI answer-এর আগে web search context নিতে পারে। Search unavailable হলে পরিষ্কার fallback থাকে; fabricated live research claim করা হয় না।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64476-DB9C-4F8E-B625-558B72AD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1A14C-D662-4B88-B8C3-94C92617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EEF0C-65F5-4AD9-B81F-25B9C4A7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Research ও decision-support 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74FAF-6581-4E9E-92B4-708CE7F9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02EC1-DDE5-4580-9D5E-194324BD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7A150-575E-4C34-A04D-21F61005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সময়-সংবেদনশীল প্রশ্নে বেশি grounded উত্তর।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8CCB6-CA89-4ABF-9527-2C59DF88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5D4BF-4ECF-40EB-B159-3716ACD5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73C42-3E00-4F31-9B52-2471BB44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7637D-C9ED-467F-98BD-C3BFACC8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C1936-30D7-4140-8AD5-D2234704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01406-CC10-4B2A-8685-7E2BCB27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35538-7516-4359-8CC4-FB9817AF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query নেওয়া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5236B-2D47-416C-9892-600E9669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4EB7E-F9B3-4D1B-B18A-09736502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10FACE-6EB4-44D9-956A-6AF1DD7D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search eligibility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8ABA0-AFC4-4A9C-B643-A4740D41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C6C484-F77E-4EC9-85E5-7D43520D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039EF-3D98-4758-850B-CEEDEE01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source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915B49-46A9-406C-BD22-66E25085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08CA57-1BF1-4BE3-A673-57BC5CF9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DE7B34-FA65-4F4C-9BF7-81A0D410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AI synthesis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172A0D-A15B-40AE-B88B-CB0BA257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626ED2-298D-4143-9B30-1CC2B6BE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52B769-65CD-445E-AB05-78484AB9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98C393-7B06-48AA-AFE9-2ED67DB9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optional integration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6A94FE-273C-468F-B86E-FC5623F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1D8CD2-3660-4AB2-933F-BC75D485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8A1774-617F-4228-90E8-5210F92E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666827-7C64-4CD7-9C04-241C0491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timeout/failure tolerant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FB78EF-7549-4BF6-A2DA-7231A299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0B82DA-2DC5-4175-95CB-5D05B25A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29FBF0-D217-4C33-B55F-11837FB9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FE0DFC-341E-420F-B777-2FB2FD5F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source-aware response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3C69C2-CE75-4DBB-9AEC-DB74D177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7A64DF-AABE-4462-8B99-AC274039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DAB97E-2F2E-4425-845D-22B8D820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039976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F6F30B-C89E-431F-ADAC-5D1F8CBB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0C29A-FAB0-4372-B03C-CAFE2AA3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০৩  •  AI ব্যবহার ও সফটওয়্যার নির্মাণ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FC6FB-E833-477C-9EBC-314D6472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BhaiFreakin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0BCFE-C143-4F56-9BE0-ACF9842E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11614-833C-4CC9-9428-BBA29AC5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C24CE-05F9-40C3-BBB2-05F27DFC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7D19A-D178-4CF0-B16E-5B2791D1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B07BA-76A4-4EF6-A1DE-ADB2A960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General-purpose AI workspace যা Puter.js capability এবং OpenRouter free fallback ব্যবহার করতে পারে। Provider না থাকলে user-কে পরিষ্কার unavailable state দেখায়।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4C8C7-6EC1-451B-9398-9474A73A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20E94-AAFA-481D-B22F-AD98644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BE12D-83B8-4812-B46E-49812812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দৈনন্দিন AI সহায়তা চাওয়া 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8EADD-66FB-4AC2-B82A-24A69F52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BC922-7CD2-4EDE-9AC5-ED04DA13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8A688-BBDC-4035-913D-D9D4D15B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লেখা, চিন্তা, বিশ্লেষণ ও সাধারণ কাজের দ্রুত সহায়তা।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FD1F7-7E95-4C75-BAFB-658F3613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0DB6F-A0FE-435D-A91D-3552129A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0D2DA-F3E5-414F-B37B-3C7D1CD6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3FFEC-F7DC-41FA-AC77-CB945192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7F15F-C1D1-4CFD-9FFF-94EA7386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7B8EB-1CF0-4350-B359-0F99F753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DE710-E76B-4983-BBD2-9BDEC649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prompt লেখা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9E748-EBA0-40EB-9738-C728CD7E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C31A5-C49C-4E53-9AF9-7C6DCD2A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E992F-3FAA-48F2-88CE-3B1D3B6B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provider resolve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0465B3-B814-4277-BEB5-D9C9F848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7AC32-24B9-4FF4-B1E4-9BCE4ECA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39E8BE-3974-4B89-B089-CAB0ED5A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response stream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0679B-E47A-4C53-A618-7DB90788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B0633-8171-4EA0-9265-3D398B6A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0B5376-8BE0-418A-A789-C55A45B1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result ব্যবহার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2E3851-B98F-4520-8C0C-2DD9A0AA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1586F7-E3A5-458C-8B53-7E7871EF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C0FBFF-A5BC-4248-9C14-8C62890C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6A086A-2CA7-471D-AD21-96357AFF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fallback strategy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0365E8-6563-4275-BCB2-08EF8246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260340-A8E2-4D41-B7DB-85BC5112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5E0B8A-C863-4F88-BA73-814E18C0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9BB54E-506B-4E52-9F8E-93274A30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provider status honest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34B0D0-FD45-430F-96C9-5E77254C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C3CFD9-61D5-4343-BCEC-5C1FE1E4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C7B48F-2A93-4DF1-89DE-99E4BC49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1F15F9-9304-4850-894B-07B97ED1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user prompt privacy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EE547E-8F2D-46BA-B3F3-78BF129E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21740F-121B-4B82-84FF-64DB410C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1074B3-4985-4CB0-ADC8-C9ED47B7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743244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C5456B-84DE-4B19-8E16-2A62E69D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B569F-C8D8-46BF-B262-411E63DA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০৩  •  AI ব্যবহার ও সফটওয়্যার নির্মাণ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B4493-A13F-4F33-910C-61086C39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App Developer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FB22F-43F9-41BA-96A1-D6E3D6E8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E5F75-8104-462A-A513-FF6A01AF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CAAA4-7DFB-4341-8877-0586E0C4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নিয়ন্ত্রিত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22FD2-0843-4495-942C-F4481AE3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46875-ADEB-45B1-8A8C-05406C97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Idea থেকে prototype/code তৈরি, edit এবং preview করার assisted workspace। এটি production app auto-publish করে না; final security, database ও deployment review দরকার।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C1D56-73AD-43A3-B976-FFAEDB9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DBF96-471C-41AE-BB98-6F6F5246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51E87-3918-4929-82C8-E95487B0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Founder, maker ও developer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AEBB9-4714-4DEB-8E1E-6E527308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BDE1C-CB28-4793-9320-FFAE5783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6A4CA-C35C-4144-A979-7370A20F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Concept দ্রুত দেখানো এবং development starting point পাওয়া।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2875D-A897-415A-A91C-91C2A58A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C7A81-1BD9-4C24-BCAA-3060ADAC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9A11A-20F9-495E-B744-430CFB6C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B3524-5ECB-4741-A341-A5619C48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C84A9-E512-4C98-9A90-D8F48585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A64BD-24C4-4C4C-A907-708FA44E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F385D1-A83B-4126-8EE5-ED8979EA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idea describe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13F74-F35B-4F31-8F5E-856EE09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8BB70-5B74-47D8-87F6-1C093C83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474080-E81F-4FCB-9B3A-67F104EB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AI scaffold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08C053-A302-4CAE-971F-F4F914AA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C0946-CB83-406B-9A4C-0BFAA831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6A3471-413D-4744-A236-72006608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code edit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3930E-3D1A-4C53-9D59-C32B2644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D04382-CF72-4069-80DA-390EB7BD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316791-49E1-40A6-A610-627B8366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preview/review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B6F5BA-ADCA-43D0-9834-F9BF0D7E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898486-45D7-4B2D-9F37-977AA246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EFD112-F7A5-4636-B44D-26708843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DB9C5E-7EC3-4C09-AC9A-45A0235A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prototype ≠ production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960AB1-C755-4BB5-9E09-6A4BFABA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7450C6-A1E6-44F1-B7F6-5B03429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46CE25-7367-4423-897E-C67418FA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7FF5DD-8F9A-4932-B64D-DE80AACA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human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0F8069-A59F-4F9B-9D03-F13D90B1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FEB069-F95A-4D83-A2A4-C35E6198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DEED36-7849-4554-84E5-376C5E3D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B82650-119F-479E-A87C-94A3D0C7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Puter-assisted tooling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F72491-76F7-4076-BF29-F5756E6A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0EEE5A-ADAC-48A0-87D9-C7A267CE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AE26FA-CE03-4F84-BAC7-19BE0C34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603016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15D66-40E7-4BB0-A701-0059E18D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74FFE-DD04-4032-828E-E4DD8D70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209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690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০৪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B73D2-652E-41DD-8CE9-503A3A92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36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Advertising ও 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B9BFC-F394-4996-93A1-C848CC1B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800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Campaign operations, digital products, manual payment এবং consented Meta measurement।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EF878-3E63-4C82-A086-6B5AE0EC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2F9AE-3F40-4C38-B11A-BB376A86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435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৬টি বিস্তারিত ফিচার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7B240-44C0-4641-8397-7D5F35AC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E2DB5-2952-4B56-B780-4381A93C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E089F-8315-4630-8E71-3D3391E2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5081754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2D3673-257E-492A-9978-52DD8F75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59F56-4456-4FF9-B26A-3DBF8632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০৪  •  Advertising ও Commerce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4C92A-988F-4B48-A066-DAA4EDC0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Ads Launch Desk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E31CA-D2C8-4EE7-BE58-9B97985B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895DE-ECD9-4E84-9B63-1156FA0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15DDC-FD46-47E6-B07D-2B0588FA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নিয়ন্ত্রিত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F68BC-A117-4724-9EF1-E7D56589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3A62F-AC34-43BB-B6D6-7B21B34B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Campaign brief, budget, audience, creative, status ও result এক operational desk-এ রাখা হয়। Default হলো managed operator mode—সরাসরি ad publish নয়।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06E6E-E546-4DCE-B629-E96D5B63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C8061-579E-4A14-8BDC-46FB330B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F62C2-29D4-416B-AE37-0A99567E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Marketing owner ও ad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35952-B958-46C7-88A8-43EE8ACC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79AB4-1448-4800-ACDF-D0594B3F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AF1D9-1160-4AB6-A993-A44F7B1C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 launch-এর input, approval ও reporting একই জায়গায় রাখা।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C6279-1DDE-4F20-A3D0-A3CF4B9B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6B9A5-66D6-422C-83C4-8FB8C31B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A032B-4DCD-4B4E-B847-F88E50CD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DDFE3-13C1-45DB-B505-FA3B8C8B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3C52A-0516-4CD6-AC8E-90CE1D8C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9F64C-A874-442E-9AEE-2210DC9B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F824B-1C8F-4936-B674-D74E0212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brief তৈরি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084CA-E282-4C15-94B4-7C9A47DF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19BB7-314C-45FD-922B-2008DC0B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31953D-21A9-44D0-B603-5556C853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budget/audience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764C39-BD69-4FF0-9898-D127CCBD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C4824E-EA7D-45BD-8AD3-56B67D90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06752-5D06-4434-B743-804FF37A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creative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8BAE96-32C3-4585-8947-51A6349C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304F67-7B87-47AD-9F61-EB476C9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FE98F4-09B7-4415-A9A2-0C494512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operator launch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1FEE29-C823-4762-89A6-42B563A9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651E3C-F0C1-4BF0-922E-B7F1B72E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0A6B69-083C-4CCD-AA12-42D1B0C0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D07F45-011A-4124-905B-CFC2182C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Supabase record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EEE62C-6BAD-45C2-9BAF-66510F2A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899B10-3A69-42B9-B350-1F2EAF65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E9C26C-BB70-4E8C-A7D4-B24F2FC2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EADB2D-F6AF-4A00-8B14-8D276F0C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approval-led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5E9117-41F4-478D-B336-DA04DA49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AF1B1F-C90D-46E5-8BA6-31782294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041613-8415-4265-B49C-103958C4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B4007A-F473-40B0-B8DC-240BD3DA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advertising এখন blocked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21AE14-1D40-4BAB-9564-0BA31AEA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DB16E7-D305-46F0-B9DC-F73A14CC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32A401-B7AF-4763-919E-A2F8BB41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7079593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F5E438-DCE7-4A41-BE6C-D5B24EC8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82F65-F916-486C-BFFA-5B8A7477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০৪  •  Advertising ও Commerce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42668-5CF2-41E2-A1A3-DF985467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Managed বনাম Direct Meta Publishing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D1E54-36C2-45F8-8A9A-7D64C6BE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8AED0-96E3-415C-BB1E-9ACBC63A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102F9-3D55-4830-92B0-AD9FFC8A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চালু নয়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F6578-9013-488A-84A8-7CD1204E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2D99A-5313-41E4-ACD2-504AE3E0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Approved Meta access, credentials ও policy verification ছাড়া platform সরাসরি campaign publish করে না। Managed mode-এ operator final Meta action নেয়; direct mode future-controlled capability।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7188E-B3AD-4FB3-BA1D-F9F9078D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DB37E-0482-49F4-BB2D-068E62E5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E9968-ED95-4472-AB15-354B5415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 operator ও compliance 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3F8C9-43E6-4B65-9217-955BFE6A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C8E22-03DC-4470-933A-96F5B090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BBD75-8637-419C-9F32-37D7C09D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ভুল credential বা unreviewed campaign দিয়ে live ad যাওয়ার ঝুঁকি কমানো।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496F7-2D3E-4A68-A31A-2255C29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3A556-023E-4EF3-AAC9-C42B048A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07C4A-FE91-46FC-B314-8AA349B0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6DFB1-58C3-40D6-9092-FC5E06BB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47011A-94EA-4BD0-8737-6DC4FF0E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ACE4EF-8F69-4976-86C2-CFB7AC6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22463-F67E-4B32-AB6B-F9F04A05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campaign 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09746-A059-4EBB-89F5-20E8FE37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2BDDF6-EAE8-4FE5-9FD3-F3B70280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61E8E-C9BB-481B-B503-91B75EA7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credential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D4ECE-BC98-4129-B1C4-1FD60089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381695-E5A0-4D0E-98AF-FE07B76A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6A8CD-4C0B-4607-BF4F-B9EE611D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policy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7F4162-037E-4379-92D8-C758DEA6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CDA59E-7544-4B4A-AC7C-54594BD4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AD0F01-EF24-4434-97CB-F7051AEF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manual/direct decision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1F01E4-FB53-4CD0-9465-EFEB228B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D8C7AD-7F0B-45D2-913E-F686BA19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B52C9A-E47D-40EE-8B30-762D8A16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28F3EB-B193-4FDA-BCB8-4C02A4E2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no fake publish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DA9104-9129-4386-9E28-C41C5F88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C01428-3F6E-492F-BEB4-A47CCB09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117DA6-75C0-4BBE-9366-5F0E499D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9EEB2A-CF24-41CD-96A8-ABA85086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direct mode gated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823A32-7032-4708-89B3-29A1CFDB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279F50-3871-4323-A574-88ED3113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8A1E63-C329-4E51-87F0-901BE1C7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FC5FFA-B531-4081-BC2D-02D07A08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human ownership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2C9AB0-91F5-4FB8-BCFD-7DBEC6C9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521980-2EB5-4D22-8896-818DDBC3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4BDB28-DA18-4BBA-9957-B87C91AF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17266161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9EFD09-4EF3-4D77-971A-560E075C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A5956-5DEF-4B93-AC4B-45C5216A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০৪  •  Advertising ও Commerce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295F1-070A-4401-AE45-D5221A01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Digital Products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1C7C0-FDD6-4D9E-853D-07550F3C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BBD6B-F372-44AE-9584-EF751027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EBCA0-A113-456A-9BE8-F5697F8F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ডার্ক / বন্ধ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E07E0-EDCD-45E8-8AA5-12AB8828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BC2C4-17BF-4BF0-8B9E-73D4B83A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Course, download, service ও consultation-কে product হিসেবে তৈরি ও publish করার platform-owned commerce system প্রস্তুত। Seller marketplace launch-এ বন্ধ।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5BF9F-1C9A-4630-9CA2-3125ED01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1E2FB-BA45-461D-9CD8-A0BEB6EE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6D600-0A76-4A60-B2BD-B7CE6B1C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Platform admin ও future 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ECB5C-41D7-4E5D-8844-5CB6B6FC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E22E5-4A46-4481-BCFC-0B01E7C0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295F1-FDE4-4F56-B9BA-F2FE7355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নিজস্ব digital offering এক controlled store থেকে বিক্রি।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718B6-D639-4A39-813A-2C6473F7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F5EF5-D473-4145-8059-7D3F70E4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C9415-6810-4B16-BE81-5FA5E336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B8060-2332-404D-8996-0125B923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7BA9E-EDD0-4803-AC8F-AA2FFAB5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F30A6-CBD5-428D-9DB2-A5D46CA0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D6499C-C38F-43C1-B6FE-F2922D7D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admin product create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5B5E5-E9F1-41DA-B17B-D97FAD06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3639C4-0668-482C-A4A3-8673EB48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C6368-CF31-47D1-9BFB-6FE70A40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asset/lesson attach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DFEB6-397D-4D74-9281-BFFB5C48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D2351-C746-499D-A8CE-363EA91A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76406D-C6C6-4823-8456-2CFF24B6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BFB6C2-0DC5-4A69-BF4E-D6B73DFE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751D3A-4FBD-4952-971F-3A88AF13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53473C-6D10-42D0-AC33-C16ACF6E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publish flag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270698-2327-4297-8C8A-1CFF6774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5219EA-1AFA-4BB2-9FA7-86552C1D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8A03A3-7BA8-4802-93D9-B96453B1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0A71DE-8975-4F3E-8A68-4CDB7AAB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admin-only ownership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7CF12F-9803-484F-B0E6-C111F968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2B9B0E-8F22-41E9-9A49-67CC7D1A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DD05D4-5AA9-49A2-B55A-765D274C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126B39-D962-413E-A9DE-B90BD060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seller payout বন্ধ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D5E546-3A10-4E9A-9BF1-C1C463F9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B65DB5-DF73-43DB-B5BE-389208EF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828D4F-5249-4C5F-8B9A-83F96D51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828227-0DFA-4A00-8250-53EA713E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public store flag off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499E90-C259-41CD-AB3E-17483670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2D87A0-8BC6-441A-A44F-B5064706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D03918-4030-4136-8AD2-15532EF1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37646271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B773EE-212A-4D0D-BCE0-BB1F4E27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11D51-4CA6-4640-9385-538109E6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০৪  •  Advertising ও Commerce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098CD-B9AA-411E-BF56-BCF0F31F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Manual Checkout ও Payment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D2C6A-4524-4960-B21D-291D98A2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875C6-3AF1-4E4A-83B4-AA1C48CF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5E0FB-93C2-4F6D-8D74-17E8F84E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ডার্ক / বন্ধ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9A10A-274F-48B7-ACC3-896723D1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3D3BD-2CF9-4E2A-8396-65300E3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bKash, Nagad বা Rocket-এ payment করে buyer reference দেয়। Operator transfer যাচাই না করা পর্যন্ত paid access হয় না; free product সঙ্গে সঙ্গে access পায়।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3D2C0-3365-4E4C-BF25-2DE22A38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3CFAF-D4B1-4BD8-877F-94C040EB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E2E0F-B26E-46AA-AFE3-7423460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Bangladesh buyer ও order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CA47B-BDAE-4697-9274-D8F64920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8E80A-82BA-4AD8-A420-882BF772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0303B-EE9F-4644-AA59-EFF7D486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Card gateway ছাড়াই নিরাপদ manual commerce flow।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E2512-CEA0-42AF-8AF2-9E01997A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6D573C-7189-4EFF-B3DC-4A87628D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FD8F2-C528-41B1-A051-18B30173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63D2C-8C22-46E7-83F4-4E205614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32664-0D2C-44AB-AD56-F2DDDCD6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48D88-E09D-40B1-B455-342B0D95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41C47-F710-49D7-A8CA-571FC05E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pending payment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0A817-0E2C-48A0-8AD6-675CA143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73F73-B374-4567-BADB-A628BCC3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0A925E-2E61-4404-8A1A-D1964AA3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reference submitted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C4289-73A7-4FA7-8351-1D3FD925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9A3EA-DBCF-4971-AB1B-F52B94A4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4F9F40-204A-4817-B98F-2A850F1C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operator confirms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ACDFA7-FA73-4BAF-9D3B-EF795B40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3A0B4D-6523-4D3B-BA24-FDF13B5B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998C9D-6701-41F5-B79E-522C676F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paid 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1C784B-9EE9-499E-825D-64757AC8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5CA7FC-B9CB-46E8-8B34-2DF2705A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DF08DF-8875-439C-93EE-B45B0ABB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15F860-F792-4207-88D0-38B69BF2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unique payment ref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BE40F2-43B3-4808-8162-4BE69AC0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A993F4-D5D1-4FAE-9A48-9AAF14AF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FD5FE8-A19E-43E8-BDDC-96570E4C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3C854A-414B-4CE7-A9D1-58528878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reject/refund state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6796AC-10E9-423E-A435-4FE01492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D80E0A-447F-4DB4-B166-4FAFB0FA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13B38B-AC95-4DBD-A1E3-966D30F0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C71FE7-4F6D-4D85-883E-EDDE0FD8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৳৫০ canary required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784B9E-6519-48B2-8115-959426AD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9B3A89-5A85-4BC7-829F-ED3100C1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85508E-B4FF-4C36-923C-4EA1D5D0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6332189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5B0E16-7CA8-450A-91CA-33C4D631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9C177-EAE3-4268-BA75-055BDC24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০৪  •  Advertising ও Commerce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62AD3-A637-4C34-B12F-F944CACE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Learning, Downloads ও Buyer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6CEE0-8ED2-447A-95E2-22B4A961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9B87A-128D-4257-90CB-FCD08F1C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D16AA-A60C-4A6E-9FFC-99C90295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ডার্ক / বন্ধ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54363-6FBB-4D06-8F3C-DBE01D2E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DB248-A5B1-4FC8-9090-5489F554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Paid buyer course lesson, video, asset বা download access পায়। Raw access token একবার দেওয়া হয়; database-এ শুধু SHA-256 hash থাকে এবং file link স্বল্পসময় valid থাকে।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A3A93-0027-442E-BF71-4236714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D49A8-F646-4956-80FA-05BC34AE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CB612-5CC3-43D9-AB80-E376CE4D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Digital product 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F3E79-A7F2-4DEF-806B-71B00748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9A822-F9B7-4904-923F-2F27E43F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1AA2B-328F-454D-ACDB-A1FF3B25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Private content ও download-এর controlled delivery।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601B5-8B8F-4DCD-8D73-47FF7348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575C9-2D52-4166-86AB-9C98811F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7A411-B462-4CDF-A1E4-2CCD7DFE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3CD88-D05E-4A9B-ADC4-4F26C551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CC557-38EF-44EC-911C-46495CE8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8DD8B-C727-499E-95B8-77DDD98B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CE718E-FFD6-4670-9709-57074CEA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order paid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6C090-67CC-41F2-BEF2-B74205DA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4E3222-4E1E-48AD-B56B-BA7E5361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34EBA-7464-40C4-8177-8AC50DC8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opaque token issue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22A51-887A-40F5-87E2-2C2DC6BF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F74920-5421-4FDD-AFF4-A3B4FACE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2D7D6-9DF5-4B05-831D-99D2D9F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token hash lookup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48A2AC-2A55-41FE-8968-37DBD9C4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F17C11-633B-47BB-BE47-5C6BAADA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812464-3C02-42E6-B8F0-EC4F7146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signed download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7F793A-03E5-408F-9F51-E9AB93BF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C76929-865D-4572-AEFE-D0593548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88B41F-D8DD-4DF1-913D-94864B96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147A45-79F4-4428-91C8-324249AB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private storage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7A5E96-B771-4208-8C6E-CD41BD98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DD3A6D-07A1-4345-AA9D-300BCE17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FC4B4F-8DEC-4A65-823F-D3791FC3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3EAF78-B4F3-47D5-907B-8CAFC70D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short expiry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8E3305-51F4-4230-9D7E-B59DE50A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A55675-D741-48C1-8CA4-4DE353BD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4235D2-8B8A-408E-A6CF-3C9AC54E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3B228D-7038-48FB-9045-2CCCB57C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unsafe file type blocked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223B3B-2047-49C8-991E-019836B2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DECAEA-B3FF-412A-AFC0-00FFD456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878AC3-98E5-463C-9160-5972BB32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97112685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6A61A6-D00B-4D8A-8D07-AB505ACA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51BC9-53D3-4905-A812-7E3AE892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০৪  •  Advertising ও Commerce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C9262-F2DE-427E-9A34-4C836C9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Meta Consent, Pixel ও Conversions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E0FC8-F7A2-4370-B129-C6B5271B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8DE5F-CB64-4522-82DE-2B1B5FEE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535FE-0EB8-4703-B11B-2587F095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ডার্ক / বন্ধ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E12AE-78F9-44E9-B87C-3745A940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2669C-A82D-4B64-8C62-0E72C8C9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Marketing consent না দিলে Meta script load হয় না। Consent দিলে browser Pixel ও server CAPI একই event ID ব্যবহার করে duplicate count আটকায়। Purchase শুধু operator paid করলে পাঠায়।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7F4F2-375B-4BB5-A1FE-2DB2054F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F924B-E039-4944-BB88-402069C2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2E428-3CBD-4DAF-8990-BFCB002F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Marketing, privacy ও analytics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CBE46-2484-41B2-876B-9E7393CE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2033A-19B8-4006-83E3-0131349A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4189C-11F1-4E34-8744-83C645E0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Consent-aware attribution এবং বেশি নির্ভরযোগ্য conversion measurement।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3F899-6905-43D8-ADF0-9E90B07D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E8BA1-4CB7-4E9E-AED0-288F16DB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585B3C-9583-45A8-A8AC-56F2421C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90A81-8713-4583-9A93-16E1AE7D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C853B-79C0-4DA7-8121-90A74DF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22F42-C24B-472A-A21C-108F92B3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1EBFA-DEB8-49EB-87D0-BE5630CF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consent নেওয়া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6056D-0B2E-42B0-9047-9FFCA44C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6872A1-375F-4543-9CF2-D3BE5DE2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621E4F-0E16-4EB2-BB84-1CDCC52E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Pixel event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081805-2464-4924-94D1-42239D32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CEEE35-81F9-458B-A873-C1374E41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3D2637-F52D-496F-947D-268A0152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server CAPI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24010D-4EAD-45FB-958E-7CCDBD0D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9B2763-B624-4491-A34E-19861FB4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55B7CA-9C93-48ED-8D69-28F0D224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event-ID dedupe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8B0A1A-C51B-49F2-BCDB-89C97C04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E35CFB-965D-41C5-8CC6-1A7AD718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8DD490-02AF-4257-A54F-FB6F958D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9E52F1-9337-4365-8081-B69D549D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Lead after GHL success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28F7E7-1EC1-4F96-B868-BAC44710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B217F1-5162-4CEC-A37D-A3BED746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303060-0674-43C8-ABBA-27102067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7DDF3D-2E7D-49CD-9163-9CB21E1C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Purchase after paid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C93F2E-B8B5-47C8-9E7A-DC5E8AE5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3A52B0-822A-4ECD-964B-C770E12D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5A8CFB-6792-4724-89BD-2D51F3D8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42C0A5-74C0-4DA0-9E70-E0D15847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token browser-এ নয়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C81C5A-DCBE-4293-BC79-0B1232BA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C1284A-85FA-4DE0-A09D-D86C11D4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5522BC-5FE7-407B-A4A0-C5A4DDED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87305220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5F2FB-70C2-489F-B9EC-FE2DF13A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2AA01-3124-41B8-993B-75376E26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209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690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০৫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E42FB-B99B-4AA8-BAE0-BA993068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36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Admin, Security ও Launch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3AD23-8DCD-4F5B-9526-CA632993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47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800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মানুষের অনুমোদন, audit trail, session safety, health checks এবং dark launch।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AA86D-04FE-4613-A159-B7B7F7FC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B8ED1-09E6-43C1-9D91-111DD6BD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435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৮টি বিস্তারিত ফিচার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31B4C-D1DF-41F0-809B-CAF53F43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EC06D-F61A-4279-AD39-67ADA80F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ACBD5-FAC7-42EE-908C-DDE5F2E3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17878188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B48F51-8E90-499F-8FEB-38289487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16D59-DED1-4803-816F-65289DE9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০৫  •  Admin, Security ও Launch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E6D12-E9EF-413D-9266-26484892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Admin Control Plane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F3513-EB0F-4617-91E7-48CA727A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774A8-4916-4949-BE92-6E4F01E0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00F89-3661-4844-B7A1-BC6D90EE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DB311-B9AC-4AFF-9B40-84995588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944AF-AA75-4CF7-855C-77FED111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User/tenant assignment, rates, bundles, deposits, ad records, product/order/refund এবং card operations—privileged কাজগুলো central admin authorization-এর মাধ্যমে হয়।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23736-6425-4299-AB0D-FCAFD411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14C11-8AB0-4363-89F2-8C3534C6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66865-FCEA-4D76-B818-F3EB1B62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Trusted platform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DE20A-645C-4BC6-8BEE-AD19129C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D067A-4E79-4DC7-9172-B6BA157D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F4A2B-5367-4612-BB51-9A98994E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Sensitive operation সাধারণ user থেকে আলাদা এবং auditable রাখা।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47242-66F8-47F6-B2E6-699FAF9E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AF22D-7768-41A1-A76E-8651CD1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5DEFB-1BD4-48C2-8E35-F93344EF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44F05-758E-4CCB-A0DC-B32D4796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6D27F-5D29-4B2B-A499-C6A795C2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943F4-247D-4CF8-916F-7214A3A5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98ED3-B031-4FB7-87B5-34019AA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admin login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333203-6DFB-422A-B6C8-EAA4D5E1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DBEBB6-209E-4CE2-921D-281D3653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4FBF03-8516-47A4-9872-103FCE11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permission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E8D59-5B6A-4C45-BFAA-F4CAEA37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CC6D18-D12E-4B00-B0F4-93C5F5F7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7499D2-00DA-4A1E-B273-3DA3462C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step-up if needed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8254B-8FB2-4EB1-ADFE-F7695549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D19B86-BC81-4F59-8B11-D1F9A46E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467880-5CDC-4C7D-A174-459C20D5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operation + 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C43EF4-DA1C-417D-8280-C631300B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086844-6FB6-443C-BFA6-23A9EB56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4F56E6-504E-48AA-9E2A-E13684BB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0FE621-AE65-4616-BCA6-D435C820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central role check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5B6323-BBFF-48A6-8F06-20A3B545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D237BA-BD59-449D-BEE4-91BDD2A4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838E44-7C50-4A42-AC65-04B706CA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5B7ED0-EC4C-4E4F-9FFE-723DBE27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reason required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5315D-C640-4AA6-9F07-0C21AF60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53E8C8-359D-4E66-A997-19475459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F03E55-7DF9-4D48-9A65-75F7B6DB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03693E-2223-47BF-A581-22BB0E40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client email compare নয়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D3A8DD-39E2-4D4B-93B5-A156D1F1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BF88BF3-DAC7-43C4-88EB-2EA201BF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57322D-ECB6-414F-8DD0-1ED37B67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9317608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1B9ACA-57AA-46B6-B963-8005920D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8B128-C3B0-42D9-9A38-BAAB8C75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০৫  •  Admin, Security ও Launch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98E69-DCE9-4A54-A205-EE465505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Session ও Password Re-verification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C49A9-8CEB-40CF-BCC9-8D8330E9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C6C27-C922-4B60-9174-2EF735CC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AD4D2-9490-426D-BA42-AD6FF5EC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57035-21D2-413F-B2F4-89CE9CA3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7E16F-F3ED-4B83-8C99-808AA793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Login session সর্বোচ্চ ৮ ঘণ্টা। Card reveal, payment confirmation/refund বা payment-number change-এর আগে আবার password দিলে ১০ মিনিটের step-up cookie পাওয়া যায়। Logout সব step-up state মুছে দেয়।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38AB3-17C0-4CCF-AB58-02B178CC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8FB12-80BE-46FA-855F-D926C2F1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5A0F4-DFFC-4BB4-860A-0EF9663C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সব user ও privileged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B721E-B253-4E05-9735-EFB97379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A315A-1931-44A0-9027-9C0E2914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D4E88-1C25-4D5E-A5EF-A6D0AEA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চুরি হওয়া খোলা session দিয়ে sensitive কাজের ঝুঁকি কমানো।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EA381-DF71-441F-B2E7-75CDEAAB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C6952D-EF1B-4DA1-BE36-260ED7FD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8C3F8-AA26-4987-93C1-FC210C6D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EC3B0-732E-4A8F-AECB-8EE90786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9D683-67F4-419E-AFCC-778BEF17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93DCE-F23B-4B2C-A694-251B9659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B1A1C-9CF5-44AF-9093-0A0D2722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normal login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7C9B9-FBF4-4FC8-8919-A5E307C3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E3052-2F2B-425E-A328-4EDBC902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2E053-F733-4E4F-9A44-117C058E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sensitive 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1A9B14-3E8B-4B33-860C-55B617D0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54F040-98C2-483F-AA49-1AF35B6F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01937-C827-4A03-8D5C-87A32E6D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password reverify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6924B8-A490-4E6F-BA2E-2B234A31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348A79-313D-43A5-B779-029C9A67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FCD2A5-39CC-4B82-B424-977021B1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১০ মিনিট অনুমতি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A81FBD-AF50-483C-BEBA-043194EA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068AD-7054-401D-80CC-D67B38AA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F865D4-5D0B-4780-8F2B-552948C3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C3F5B6-1C72-4B64-8DAC-4508523F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HttpOnly cookie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AC097F-3E68-4B5A-BA94-3EDEF464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A5B1BE-5254-41A7-8386-A8531151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E2D105-2ACE-44A1-8E09-4FACB58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916E5F-4F79-4CD1-9101-4FDEF33E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SameSite protection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749825-47D0-4F84-B6BD-0654150D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0C5D65-7F3D-44E8-825E-E0AEEA52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5843A2-DA25-48B0-88BB-F73530B7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3EC889-F4B6-4945-9AF0-75E6AA4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MFA future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3E8CAD-D73A-4E55-811B-4BBAC065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4CEA82-CCF5-4FD7-863D-CA6776F1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B9B7BE-4E38-455D-9B87-B55B9D4E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0806235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EBF788-BC58-44F1-AD10-3AD340F9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6F94E-F359-4805-A78E-0DC8A7C7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০৫  •  Admin, Security ও Launch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CF111-73B0-40C2-9A03-8D3D80ED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Public API ও Abuse Protection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3FC0A-4A2A-43E2-BB1B-AEB575D6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E0A78-86F5-4F5A-9980-2F53F014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30597-A9EE-4103-8990-1F4D2543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60735-77B5-4856-8C8C-F32E5C72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4496C-E7E4-4C3A-81F2-26458E22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State-changing request-এ same-origin, JSON content type, body-size ও request-ID rule আছে। Login, registration, application, checkout ও money action আলাদা key-তে fail-closed throttle হয়।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78C4D-2A22-4FC2-BB32-217C2FC0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3BBCB-D230-4AF3-B909-9EF894B4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E671C-70EA-4D10-8B3D-49DB250A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Platform owner ও security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DD7B9-478E-45F2-9771-E17B1BA5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7D135-2B13-4695-95DA-72B36A1A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A6D49-7E35-471D-81CA-1F63328A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Spam, brute force এবং malformed request-এর ক্ষতি কমানো।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A61F9-C46F-42ED-AF59-C1329E97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A0D81-5460-40DD-88FC-611957B4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25FD1-67EB-4F68-A868-D4002B70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640A6E-DEE2-494D-8441-3960CE88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2A714-1875-4FBB-9475-AA5AE38E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6D718-A9F2-43E2-B17E-44B71454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7729D1-3D36-4BE7-8AC2-18E4B944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request আসে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1D757F-556D-419D-A1C1-B8260909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05106-561F-468A-AFF4-F22A7392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855165-151E-4295-B9AB-F15BCE0B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origin/body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9B247-14F9-45E0-8320-402260F6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1F37A3-458F-458F-9768-5349DEA3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1EDFB-7969-4531-9A74-7A733EC4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rate-limit 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A4A6D3-728F-4CEF-AEC8-E8D7C25D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026615-C15B-4DA1-88F5-FA491BF2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B5B460-516C-4697-896A-E83FC594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handler চালায়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B82CEC-0A58-4F18-B9D9-E00A0C3C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FC478F-2FB7-44D8-AA66-4C3810CD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503965-8A16-4709-9BD4-8CB37F49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AA726F-6295-48CA-B2D4-D233BA33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fail-closed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13A7DA-ADAC-43F6-AE2A-A909C502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8147BC-D9BF-4485-A5F7-AE793CCB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D157D6-D77D-4742-9040-F84C25EE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ECB927-81C7-4DEB-A184-06BB6367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operation-specific keys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DBE0F9-ED16-4350-8046-25ABA533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86155E-CE59-4840-9ED0-5BC57CDF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A5287D-F773-4830-B888-462B1614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07766F-78EE-49AB-99B4-EA109618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safe error response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9371B4-800E-4A57-AD78-9BE012D7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9B110B-5645-4F3F-9534-00D9D714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946B45-4A00-48F7-A009-DEE39BA1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70177659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E1C3F4-1F18-4C3E-A2E1-A66FC8FF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56A8D-B935-45C2-977A-7F2F38EB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০৫  •  Admin, Security ও Launch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0A93F-95C5-463B-9D5B-CB1F4602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CSP, Upload ও Secret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C7A2F-E01E-4490-8B6C-9ABFFAE7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E83A6-3FD5-4310-9BA8-5DD5E9CA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0BF84-D61B-458D-B725-243E51CA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নিয়ন্ত্রিত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30551-551E-48FF-B5C3-911FD2D0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4B463-5C7F-41D8-A169-88900ECA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Nonce-based Content Security Policy script source নিয়ন্ত্রণ করে। Upload-এ MIME, extension ও size allowlist আছে; HTML, SVG, executable ও scriptable file reject হয়। Secret client bundle বা log-এ রাখা হয় না।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AA117-46B7-4D58-9342-B3B9D31A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83A37-5496-4012-9E63-AAB3A918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BDCFD-670D-41AD-8282-AF6948F7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Security ও platform 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7FC64-8872-4DE7-AAC3-61539B4B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30D0F-F468-47A9-AE17-59227B9F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615F1-EC3C-41B4-B3D3-9C5F717C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XSS, malicious file এবং secret leakage-এর attack surface কমানো।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622DF-C324-4FAD-AC54-2552B5C5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B716B-F97D-4675-8AFE-94DA0C82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DB754-D684-477A-840F-2FDAA650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296C3-8B07-400A-9C40-966AB72A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5EDBE-E62A-460F-9E33-83EE19D8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5D195-BD66-49B8-9F9B-7B71C7EE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82428-5A8A-438E-98B7-B87AAA0F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nonce তৈরি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74200-8E49-4593-83E9-B5CD7C5D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976AA-0AC5-489E-84BC-3FF9E4B1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0289E-E5B5-4703-95D3-0EE3459B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source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558AF5-5766-4193-9072-7A9DA354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1CD89-0A47-4173-9538-B6F70565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561633-F9B5-425E-82ED-D6027925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file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AF6A00-BA09-47B0-9818-A128CBA3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2F311E-95D1-4EF6-BE71-56BF3E6E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AF48B4-2F77-42C2-A1F5-64EB97E1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forced download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828271-4A21-4BDC-8B0A-1D6918AF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4D95B8-A9D0-49D6-82F9-88544AEB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0FB9DE-DF49-4634-826B-E74189C2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A9DB98-C0F5-4461-A8A3-2CC85F59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preview report-only first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36035D-7B09-4254-B0ED-E9B1B205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CCDAD5-3E4B-4CD1-9BDF-263A3646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3F5214-7C0E-4570-B2D4-DF223D90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548998-0BD3-4B21-9B51-2CD64560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approved types only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A1666F-A266-4D01-A505-6863651C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F6EFDA-C4F7-4F5B-802F-65BD6DC6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8B1E9D-3DE1-4726-B702-2A81509E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A99D39-2CC9-4504-982B-ABD2A6DB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server secrets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C465E5-BFD4-485C-90C1-6FD01163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49020A-5288-4CFD-90C7-9214F8A2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98D271-FF71-4C2A-B488-B2DCE09C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72712432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0DF9A3-5ADF-464A-B0DF-69D6731C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ECF47-BD1B-48FA-8CDC-033BDF85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০৫  •  Admin, Security ও Launch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0DF98-077B-476A-B7FC-CCDC72AE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Health, Audit ও Log Redaction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2BD2D-F36A-4BEE-B1D9-35567CAC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8DAEF-F931-457F-9085-95403D0A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D94C1-3D85-4643-963D-FE70A07A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17424-266D-4555-BD42-C8D6F364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10B06-26FC-41BD-AC16-DCBC244A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/api/health/live service alive কিনা বলে; /ready dependency capability দেখায়—secret/customer data নয়। Money/security action append-only audit event রাখে এবং log থেকে email, phone, token, payment reference ও provider payload redact হয়।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A724B-4507-4A03-88E8-496A4E73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05890-731E-405A-A46F-C17001A2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2AB9F0-D1D4-4F15-8761-8BF0E0D8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Operator, support ও monitoring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C6B49-2D4D-4903-BDA1-651BBE7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5444A-DBAC-4199-A020-407F669D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0F565-5357-4FB8-9BF7-CE47F46D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সমস্যা দ্রুত ধরা, কিন্তু sensitive data leak না করা।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74957-1EFD-477E-88F9-B38378ED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81666-6F76-462E-8522-2FA81C35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AE9C2-7A49-46F5-8E42-1C426707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E12D5-4190-4DF0-8F7B-8B203B8D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F1FCD-58D5-420A-9E49-F14C2711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9377B-FD2D-42A3-A771-E0523A86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103FB-03D0-45D4-AD89-9F2B0B6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health probe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AFC0D9-1E47-47F4-8D86-39BF9467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1D468A-AFBC-4C97-AB83-F1C33AE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91CBBA-6B1C-40C0-9D9C-71F3F1A5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dependency status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94374A-DEF6-4C87-B7C3-1CFD9AC9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881AD-1603-4158-BE78-D1CB7F8E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1A1DB5-54FA-4CED-82C2-3B9D537E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structured event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86372-4B75-401C-BD68-51B38080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A5BDDA-3D74-4B84-B150-A11D57DD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88A7A-D396-4FAB-94C2-FA7BA9D1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redacted log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4F0B32-888E-44CC-9CEC-16B6DFD2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B5B5FC-C292-424B-99CB-82C5B1E2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44C28C-EBD2-440E-8768-7EB37095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2A6838-E767-4045-A56E-FC570E6A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capability boolean 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ECA155-E197-4904-B717-2B20F1A9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042C80-D8B3-4569-8D46-65AE875D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D5486B-B69A-4562-9D45-FB3E7185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B7E079-463D-45D7-882D-39B59656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money audit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DFEB40-87E1-4264-B388-1D83419A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F8D3BA-BD13-46D0-9F6B-D460DB0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D40E42-44D7-45F3-AC26-E53C95F1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A51D29-4A15-42B3-BC06-A1683659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PII masking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32E925-DF85-46FB-8A8A-70AB4F61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071650-CA6F-4AC8-95B7-26F963B2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735696-F24F-449B-ABB3-BD10D8C7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90868043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9B5F4D-F63F-43AC-97FA-297D24B6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39FFA-B7D9-4454-AA81-832A5F20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০৫  •  Admin, Security ও Launch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5F0DA-53C9-437C-A758-459AEDFF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Feature Flags ও Dark Launch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80865-C178-4DC5-BE30-18FE54A6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6E2DC-78CA-4D6C-B9E7-90BCA9F4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FD78E-B76C-4BB6-B8F3-79B66805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লাইভ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37075-0368-4A05-AB3B-16831E3D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4CADB-3442-4F22-B5E9-4818C274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Commerce, public store, marketplace seller এবং canary access আলাদা server flag-এ নিয়ন্ত্রিত। Code deploy করা যায়, কিন্তু feature 404/403 দিয়ে বন্ধ থাকে—তারপর সীমিত canary থেকে ধীরে চালু হয়।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13067-1778-42FA-AF8D-1711FDDE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722B9-1243-480A-AA1C-900889E8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1C320-DA3D-4CEC-8AA0-36DA3545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Release operator ও product 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8A5D4-845A-4962-86F0-AED8233C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7F849-D045-42AA-A14B-B16D955E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37151-A63C-4BCB-9166-71F341D8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Production database ব্যবহার করেও বিজ্ঞাপন-পূর্ব rollout নিরাপদ করা।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AE14C-2A25-4E4B-810B-2B75C457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B9058-BB4D-431A-B7BF-10A19135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AB648-3B68-41F4-A394-E60E2C3F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88C11-C325-44D6-8CE4-F36E4A2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9D6E0-369D-4622-A195-4555D775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98D719-60FC-4296-87F0-9ADBB858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CBAC7-2934-4F32-B387-2A952449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code dark deploy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1E948-B809-4C3C-941F-0B5207E5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61C1C-1BB0-4216-A492-64AD5F5C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DB9ED9-382C-4DB2-9D7B-50C348DD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additive migration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A2FEB-98B8-4F72-AF33-D5A79132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5A800-98EB-4473-B04E-8B9D103A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D4062F-536E-42E3-9C67-D62A48B0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canary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9863E1-1489-4DD4-B1A7-ABC21C0D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F995F5-68B9-4D9A-9EE0-F9812B05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672BE0-2A0C-40B1-B691-A747644E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public enable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53B772-E856-49DD-9AB9-0AADD3CB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0ED36F-6390-45A9-AB90-C4255105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27CA3E-99C1-4928-B887-46896359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31A86C-D8E9-4024-B029-91116DA3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rollback = flag first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564776-EE35-4ACE-87AA-BE6E17A0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20745C-80AC-4004-A3D3-EED02465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F8A9B9-4F41-46D7-95F7-472EFB21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E527BB-567C-416D-9892-D85D7975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seller routes 403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D7E652-64D9-4A40-A152-B86A6DA5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9E8C71-61F8-43B4-82D7-4C51A5D9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7FCD12-8DDE-436C-9CDE-CA2E5251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B79ABF-2CBD-49F8-B558-5A1BAA49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ads gate আলাদা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81C68C-ED43-45B5-B6B2-E889E976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83636B-7B39-42E1-BEA7-3EC6B28F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45C18C-E0B7-4AD5-A042-1BEAAC3E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92701385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DC21BE-D4BE-4D80-B498-A1EE11EF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D24BD-2B07-4877-811E-2D9C29D6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০৫  •  Admin, Security ও Launch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CEA5D-107F-42FF-8667-9DA4E95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Social 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9CD34-6762-4E07-9F47-46039D00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0F04C-47F8-44A5-A19A-C215D71D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F3EAE-3495-466A-99AC-E55032D7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চালু নয়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69E3F-EDB8-4367-8B38-0424518E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1C9CB-0727-4B96-8E16-22C72F8B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Social Market / Social Yo navigation concept আছে, কিন্তু verified social-network publishing API সংযুক্ত নয়। তাই platform automatic social posting বা campaign delivery দাবি করে না।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B7C27-2338-4CA4-A569-F9578C84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5FFF9-26DF-4A82-B851-DD8B59E7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8BDA7-0125-4FA1-BCF6-F4CB8BCE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Future social-commerce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B594E-4781-4628-B5ED-800B051A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51A98-8BF9-47AD-9695-0A8CCC18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7E175-8B81-47D6-A303-360F2927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Future module-এর boundary পরিষ্কার রাখা।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6F034-CF82-4DC3-BF01-9EB8E0F9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82053-94DD-4249-9B7C-F9B4A279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1B786-925E-4E6A-9735-512C53AC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77D13-AA91-4542-B829-17E4C30D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C0B87-FC2A-44D8-928C-A690B7CD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BB31D-26F4-4B7D-888A-F99069D6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2466C-7669-4789-8DB3-F9AAACE5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module entry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FB01A-3FF0-4AC7-A170-295C0AAE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05281-4C5F-4FFC-8D01-A4F744D6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36825C-8E1C-4DE6-955A-FE536FF1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capability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426106-3E24-454B-ABFB-5135AC4A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650A94-B492-4547-A2EA-8B8C752B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516221-4453-448D-AD49-C8C8F4EC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not connected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A5EFA7-C5F3-45CE-995F-DE9F0962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2447BB-EE80-4115-8FCE-CF07BA3D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94A178-17B0-4C69-B73A-6010E739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future integration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C8613C-4B62-479A-BD4B-5F16CC45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1B3E16-0CB2-416D-89A9-80993915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CE024F-FEE0-4516-8CD6-6CD21B7B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99C977-0158-430C-B15F-6A6037C8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/social-yo redirects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224241-698E-428A-9FF4-A394055C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28C776-5846-49EA-A3AF-3A48E9CD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55F135-3F23-4813-9840-633F85C8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0F7676-B406-4C09-A105-6EE22150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no fake connection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F662F5-D3C9-430A-A1D1-30DA700B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AEE0FB-A5FF-42E3-96EC-C584C64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9A678F-76CF-4AF1-800D-25BCFF0C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55D661-AF1D-490D-B5CF-D62C5A06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launch scope নয়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2DC0E3-B6A3-4B41-8701-9C507332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21A400-184A-4525-970E-EEF2BC31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08AF5F-BD57-40D7-8043-0CD9799F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96943871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A65D93-23AD-4929-9883-E6DB1E49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486C8-C6B3-45F9-B12C-2B893EDF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০৫  •  Admin, Security ও Launch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B8F92-918C-4AFF-877B-628589A9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6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Future Workspace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06658-916C-4719-AC90-2230842F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FD13E-D168-4058-AD11-DAA4B7C1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5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B73DC-A9DA-4768-A56A-C2FAED55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1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অবস্থা: ভবিষ্যৎ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9D998-3C0E-44E8-9115-19D47C97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সহজ ভাষায়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62AE9-4662-4F3B-B57D-B086DBB9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Agentic HQ, MeetAlly, Clan, Skills, Opportunities ও Credit Center navigation/product concepts হিসেবে আছে; বর্তমান launch-এ connected end-to-end feature হিসেবে ধরা যাবে না।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2B716-3843-4B45-A7CB-CCC96631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095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51E"/>
          </a:solidFill>
          <a:ln xmlns:a="http://schemas.openxmlformats.org/drawingml/2006/main" w="9525">
            <a:solidFill>
              <a:srgbClr val="2931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33F91-E4EE-4966-95C1-12A17366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কার জন্য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907AC-CF03-47BA-B640-D554FEC2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Product roadmap ও investor audience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5FDBE-16AE-4286-8D66-A4B8160C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095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42786-6492-4ED2-9FB2-9B4C0F82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মূল উপকার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FC1D2-F125-4695-B47F-0BEB18A0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ভবিষ্যৎ expansion বোঝা, current capability-এর সঙ্গে গুলিয়ে না ফেলা।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51A6A-5CA4-4BED-AA24-47C79C7C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কীভাবে কাজ করে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7887B-FAD9-4AA4-BD91-B89537E6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3B243-5F15-4E57-8BC0-5A4D5265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08B7F-6FF8-4187-AF0D-6C447106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187A4-2F5D-46ED-8FE2-95D391DD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85EB40-4002-4BAD-87C9-7AB3E179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A4076-B753-406C-B2F6-C9E73242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concept defined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2EA4D-F146-45D8-B958-775EF936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4AE6D-6159-46FD-ADD3-84DB03A4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8182D-94F4-4435-9763-DFFF45B6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UX entry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137C3-9834-4AEB-B450-DE8947EB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B7E85-D4BA-4400-A47E-407BE3C1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67A1DB-0A0B-4D07-B8C9-E45BD8CE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backend contract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194EF-AFE7-4672-9BCA-9BE16A23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47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AB20E7-029D-46F1-A6C7-194710AE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335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D1C918-A88D-4E8F-965E-DAC3B98C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28875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20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future release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72F718-71BD-45EE-9BF6-EAF3DB12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275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মনে রাখুন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1E5F5D-91B6-448D-AF45-B8CD4B17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81791D-B28A-44A4-9B21-9642B4B1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EF196C-D7E9-4BAB-9560-F2C950C2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coming-soon label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930B61-95F6-4C08-98E8-DCFB2D16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129082-2EB9-4840-B85E-2150E616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C8DB59-679A-4475-BA44-5DB7C8DB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101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B73BAF-7551-4BBD-8F61-52B9A93B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no revenue claim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FEC185-4E43-4A39-A2B7-9ACCF959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374443-A9A6-4E62-89C4-97B83D0E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0AEA6F-B4DA-492B-97D9-5B00C747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149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defRPr>
            </a:pPr>
            <a:r>
              <a:rPr sz="975" b="1">
                <a:solidFill>
                  <a:srgbClr val="0B0E14"/>
                </a:solidFill>
                <a:latin typeface="Nirmala UI"/>
                <a:ea typeface="Nirmala UI"/>
                <a:cs typeface="Nirmala UI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3AA3E5-2FD6-425C-96F0-E6A35072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7685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separate acceptance needed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518DE4-6D29-4CF3-86A2-27D42F4F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2C52BD-27AB-4DD3-A9C1-BA2B90F4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5CE424-C83E-42C7-9DAE-EE7F4408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86593636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1F7A37-D69C-49E5-8D21-CBA79449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8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বর্তমান launch অবস্থার সত্যচিত্র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6FAE6-7CCB-4D49-AF32-D856FDCB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সব feature একই সঙ্গে public নয়—এটাই safe takeover-এর মূল নীতি।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C846B-C825-46AC-8C18-6DA398E7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209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CFDAD-8492-4376-AC3B-FDA71203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9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10056-30EB-420E-A393-ED024370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লাইভ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3B6C3-6F0B-4B1E-848A-AA2FFE80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954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ব্যবহারযোগ্য connected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7312E-C294-4FAA-9FE1-C4DE73C3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209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251BE-1854-48DC-96F7-0810B1E2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D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59693-7E3B-4C83-B606-C814A010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নিয়ন্ত্রিত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70654-1A80-438F-A7FB-879152DD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কিছু action operator বা trusted surface-এ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17DC6-454E-4330-BFE1-09CB896F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209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28CC4-AC17-4701-8F33-844CE636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80CF4-E885-49B3-99D1-25F070BA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ডার্ক / বন্ধ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F595D-1B5A-45F9-AE2E-260E3F06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337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code প্রস্তুত; public flag বন্ধ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5015C-8744-459E-BD2E-2949EE2B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2209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58849-0380-4773-900C-0AAA3968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265ED-AD56-43EB-B7B7-1A0D5F24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চালু নয়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7B4F1-010A-4FAB-9EF9-642373E5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529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credential/approval/release gate বাকি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BDB6A-0597-4BCA-B1DF-64436BDF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209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708FD-0108-449B-96D3-305EEE4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DE067-AFE7-412C-964A-9D378EF2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ভবিষ্যৎ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77B83-3B1B-4B5B-A8BC-DC5399F8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720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0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roadmap; completed feature নয়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C227A5-212C-4573-99E3-CE8207F8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668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191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DB06C5-615A-4DB6-972D-023ED120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1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বিজ্ঞাপন এখনো বন্ধ: production backup, paid/refund canary, Meta dedupe test এবং ২৪ ঘণ্টার soak gate পাস করতে হবে।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D1C82-99A7-4D8E-A067-8A83B456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2AB680-E1EE-4946-A5F9-845757E5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680F34-1007-4AEF-841F-9687D3D9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99047704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854FA-EFF9-4E95-A3FC-609BFF30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28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এই deck-কে Knowledge Base হিসেবে ব্যবহার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89F31-E863-41C8-A780-9DB72392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500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একই verified feature truth—ভিন্ন audience-এর জন্য ভিন্নভাবে ব্যবহার করুন।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21EBD-E591-492D-B161-AF326ABD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47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ECCE5-2FE2-43DE-8057-84D9190A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Sales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6A11D-0F4C-4BD2-BAEC-09F96F96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669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7036F-5FD0-47DA-B812-B74EF70E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6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ফিচারের সহজ ভাষা + মূল উপকার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F889A-FC62-46BA-AC9D-22F57210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047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4DD7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64B82-4050-41FA-8DAC-A9D1F7A0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D7FA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4DD7FA"/>
                </a:solidFill>
                <a:latin typeface="Nirmala UI"/>
                <a:ea typeface="Nirmala UI"/>
                <a:cs typeface="Nirmala UI"/>
              </a:rPr>
              <a:t>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88D8C-EC29-494F-A8E7-977065A0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FC3A6-A22C-4981-B674-1EA9E7A8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860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চার ধাপের flow + মনে রাখুন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7A396-6642-4265-B7DA-BB7884F1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2047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CA2A0-1663-4ADC-9842-BDEBD0AB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7BFF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9B7BFF"/>
                </a:solidFill>
                <a:latin typeface="Nirmala UI"/>
                <a:ea typeface="Nirmala UI"/>
                <a:cs typeface="Nirmala UI"/>
              </a:rPr>
              <a:t>Training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73684-53D2-4A67-84B1-F84C81ED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052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63D2E-87A5-407C-92A0-E9C40BBC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052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প্রতিটি slide = একটি lesson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D038D-855A-4565-8E91-977DB1B5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047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39D9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1F8A8-91A2-4FAA-8960-81C7E56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Investor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0734F-C907-458D-BDCB-93E986CF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32435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2A70B-237B-434E-9924-847EC5F4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243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platform map + capability/status truth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A8619-80DC-4DC6-B187-4C25F6CF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047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26CD5-CC33-4073-9AE3-C0B72F6A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6B"/>
                </a:solidFill>
                <a:latin typeface="Nirmala UI"/>
                <a:ea typeface="Nirmala UI"/>
                <a:cs typeface="Nirmala UI"/>
              </a:defRPr>
            </a:pPr>
            <a:r>
              <a:rPr sz="1500" b="1">
                <a:solidFill>
                  <a:srgbClr val="FF6B6B"/>
                </a:solidFill>
                <a:latin typeface="Nirmala UI"/>
                <a:ea typeface="Nirmala UI"/>
                <a:cs typeface="Nirmala UI"/>
              </a:rPr>
              <a:t>Operator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75C56-F4C9-407F-A1A8-A6EC0D68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435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DE3A4-57A4-4BE5-9054-A496627F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435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status label + source note + runbook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70CCD-5E90-4009-B1B1-888EA7F9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381D9-E45E-43FD-B723-6F580D82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EC6F8-B71E-41B2-8DF3-33AEFC61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86195786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09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F903D-71B5-407F-A8D8-7162DEFF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857250"/>
            <a:ext cx="5524500" cy="552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DB425-1773-49D1-BB71-CA1A451C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9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6F3C1-32AF-4DF8-B934-B81FD459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33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37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একটি platform।</a:t>
            </a:r>
          </a:p>
          <a:p xmlns:a="http://schemas.openxmlformats.org/drawingml/2006/main">
            <a:pPr algn="l">
              <a:defRPr sz="37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37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পাঁচটি operating layer।</a:t>
            </a:r>
          </a:p>
          <a:p xmlns:a="http://schemas.openxmlformats.org/drawingml/2006/main">
            <a:pPr algn="l">
              <a:defRPr sz="3750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3750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একটি verified truth.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3B892-C26A-4813-B03E-505511F1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657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1725" b="0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HighLevel customer engine + UNREAL BS money, AI, services, commerce and safety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48D0C-C3BE-4FCE-94A0-5997C46E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609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1C27"/>
          </a:solidFill>
          <a:ln xmlns:a="http://schemas.openxmlformats.org/drawingml/2006/main" w="9525">
            <a:solidFill>
              <a:srgbClr val="F5B9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2C42B-3FC0-4B24-A949-21B8AED4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defRPr>
            </a:pPr>
            <a:r>
              <a:rPr sz="1050" b="1">
                <a:solidFill>
                  <a:srgbClr val="F5B942"/>
                </a:solidFill>
                <a:latin typeface="Nirmala UI"/>
                <a:ea typeface="Nirmala UI"/>
                <a:cs typeface="Nirmala UI"/>
              </a:rPr>
              <a:t>পরবর্তী ধাপ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52170-0DC8-48DD-A946-F80D9ED6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556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7FB"/>
                </a:solidFill>
                <a:latin typeface="Nirmala UI"/>
                <a:ea typeface="Nirmala UI"/>
                <a:cs typeface="Nirmala UI"/>
              </a:defRPr>
            </a:pPr>
            <a:r>
              <a:rPr sz="1425" b="1">
                <a:solidFill>
                  <a:srgbClr val="F6F7FB"/>
                </a:solidFill>
                <a:latin typeface="Nirmala UI"/>
                <a:ea typeface="Nirmala UI"/>
                <a:cs typeface="Nirmala UI"/>
              </a:rPr>
              <a:t>এই deck থেকে role-based SOP, FAQ ও onboarding lesson তৈরি করুন।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8B34A-F51B-4291-9F38-C4B7D3B9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D98A"/>
                </a:solidFill>
                <a:latin typeface="Nirmala UI"/>
                <a:ea typeface="Nirmala UI"/>
                <a:cs typeface="Nirmala UI"/>
              </a:defRPr>
            </a:pPr>
            <a:r>
              <a:rPr sz="1350" b="1">
                <a:solidFill>
                  <a:srgbClr val="39D98A"/>
                </a:solidFill>
                <a:latin typeface="Nirmala UI"/>
                <a:ea typeface="Nirmala UI"/>
                <a:cs typeface="Nirmala UI"/>
              </a:rPr>
              <a:t>unreal-bs.shop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2252E-B3B3-40B8-A150-F19ACE69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397D8-8A96-4D3C-9CD7-EB4E7557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825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UNREAL BS  •  FEATURE KNOWLEDGE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95915-EABD-4BD1-A2D2-11EC5C76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defRPr>
            </a:pPr>
            <a:r>
              <a:rPr sz="900" b="1">
                <a:solidFill>
                  <a:srgbClr val="A8B0BF"/>
                </a:solidFill>
                <a:latin typeface="Nirmala UI"/>
                <a:ea typeface="Nirmala UI"/>
                <a:cs typeface="Nirmala U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2139850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2026-08-05T02:48:10.4140000Z</dcterms:created>
  <dcterms:modified xsi:type="dcterms:W3CDTF">2026-08-05T02:48:10.4140000Z</dcterms:modified>
</coreProperties>
</file>